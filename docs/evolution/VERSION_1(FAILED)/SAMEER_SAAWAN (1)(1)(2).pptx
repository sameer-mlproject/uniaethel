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6FA03-7D3A-4102-96A9-810E8F8F7406}" type="doc">
      <dgm:prSet loTypeId="urn:microsoft.com/office/officeart/2005/8/layout/hierarchy2" loCatId="hierarchy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n-GB"/>
        </a:p>
      </dgm:t>
    </dgm:pt>
    <dgm:pt modelId="{DEC0BCF6-442D-426C-BD3A-A363A9ACE32E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200" b="1" dirty="0">
              <a:latin typeface="Browallia New"/>
              <a:ea typeface="+mn-ea"/>
              <a:cs typeface="Browallia New"/>
            </a:rPr>
            <a:t>RAW UNIDIRECTIONAL   PACKET STREAM</a:t>
          </a:r>
        </a:p>
      </dgm:t>
    </dgm:pt>
    <dgm:pt modelId="{1846DD1B-9AAB-4D5A-B7A4-D83FEEE25922}" type="parTrans" cxnId="{3DAF9F02-98D4-4865-8420-4C17BA803A85}">
      <dgm:prSet/>
      <dgm:spPr/>
      <dgm:t>
        <a:bodyPr/>
        <a:lstStyle/>
        <a:p>
          <a:endParaRPr lang="en-GB"/>
        </a:p>
      </dgm:t>
    </dgm:pt>
    <dgm:pt modelId="{F6B3264E-CC1A-4D23-9617-B9082D6993D7}" type="sibTrans" cxnId="{3DAF9F02-98D4-4865-8420-4C17BA803A85}">
      <dgm:prSet/>
      <dgm:spPr/>
      <dgm:t>
        <a:bodyPr/>
        <a:lstStyle/>
        <a:p>
          <a:endParaRPr lang="en-GB"/>
        </a:p>
      </dgm:t>
    </dgm:pt>
    <dgm:pt modelId="{18E0C3A2-D689-4EEC-B6A6-EBAA4B346912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400" b="1" dirty="0">
              <a:latin typeface="Browallia New"/>
              <a:ea typeface="+mn-ea"/>
              <a:cs typeface="Browallia New"/>
            </a:rPr>
            <a:t>STATELESS FLOW   ENGINE</a:t>
          </a:r>
          <a:r>
            <a:rPr lang="en-GB" sz="1050" dirty="0">
              <a:latin typeface="Browallia New"/>
              <a:ea typeface="+mn-ea"/>
              <a:cs typeface="Browallia New"/>
            </a:rPr>
            <a:t> </a:t>
          </a:r>
          <a:r>
            <a:rPr lang="en-GB" sz="1400" dirty="0">
              <a:latin typeface="Browallia New"/>
              <a:ea typeface="+mn-ea"/>
              <a:cs typeface="Browallia New"/>
            </a:rPr>
            <a:t>(Scapy/C++)</a:t>
          </a:r>
        </a:p>
      </dgm:t>
    </dgm:pt>
    <dgm:pt modelId="{A52D2FD9-7AC9-4DDC-90FD-3EAC810AF34B}" type="parTrans" cxnId="{CFEE9DB1-6F1F-4688-8D27-A4CD637392BD}">
      <dgm:prSet/>
      <dgm:spPr/>
      <dgm:t>
        <a:bodyPr/>
        <a:lstStyle/>
        <a:p>
          <a:endParaRPr lang="en-GB"/>
        </a:p>
      </dgm:t>
    </dgm:pt>
    <dgm:pt modelId="{53078182-2508-4D02-ADA8-46779FD2EE4C}" type="sibTrans" cxnId="{CFEE9DB1-6F1F-4688-8D27-A4CD637392BD}">
      <dgm:prSet/>
      <dgm:spPr/>
      <dgm:t>
        <a:bodyPr/>
        <a:lstStyle/>
        <a:p>
          <a:endParaRPr lang="en-GB"/>
        </a:p>
      </dgm:t>
    </dgm:pt>
    <dgm:pt modelId="{AA0FFE0F-AA7B-4D46-A15A-46168F988638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900" dirty="0">
              <a:latin typeface="Browallia New"/>
              <a:ea typeface="+mn-ea"/>
              <a:cs typeface="Browallia New"/>
            </a:rPr>
            <a:t>Isolation Forest </a:t>
          </a:r>
          <a:r>
            <a:rPr lang="en-GB" sz="900" dirty="0">
              <a:latin typeface="Browallia New"/>
              <a:ea typeface="Calibri"/>
              <a:cs typeface="Browallia New"/>
            </a:rPr>
            <a:t>(</a:t>
          </a:r>
          <a:r>
            <a:rPr lang="en-GB" sz="900" baseline="0" dirty="0">
              <a:latin typeface="Browallia New"/>
              <a:ea typeface="Calibri"/>
              <a:cs typeface="Browallia New"/>
            </a:rPr>
            <a:t>A</a:t>
          </a:r>
          <a:r>
            <a:rPr lang="en-GB" sz="900" baseline="-25000" dirty="0">
              <a:latin typeface="Browallia New"/>
              <a:ea typeface="Calibri"/>
              <a:cs typeface="Browallia New"/>
            </a:rPr>
            <a:t>IF </a:t>
          </a:r>
          <a:r>
            <a:rPr lang="en-GB" sz="900" dirty="0">
              <a:latin typeface="Browallia New"/>
              <a:ea typeface="Calibri"/>
              <a:cs typeface="Browallia New"/>
            </a:rPr>
            <a:t>)</a:t>
          </a:r>
          <a:endParaRPr lang="en-US" sz="900" dirty="0">
            <a:latin typeface="Browallia New"/>
            <a:ea typeface="Calibri"/>
            <a:cs typeface="Browallia New"/>
          </a:endParaRPr>
        </a:p>
      </dgm:t>
    </dgm:pt>
    <dgm:pt modelId="{C4CB19B7-6A00-4223-985E-228BA6540A3F}" type="parTrans" cxnId="{81CE846E-FA8D-4201-8639-FFFD48FB1DDB}">
      <dgm:prSet/>
      <dgm:spPr/>
      <dgm:t>
        <a:bodyPr/>
        <a:lstStyle/>
        <a:p>
          <a:endParaRPr lang="en-GB"/>
        </a:p>
      </dgm:t>
    </dgm:pt>
    <dgm:pt modelId="{78FB195D-1D62-4937-B37F-03D427041E9B}" type="sibTrans" cxnId="{81CE846E-FA8D-4201-8639-FFFD48FB1DDB}">
      <dgm:prSet/>
      <dgm:spPr/>
      <dgm:t>
        <a:bodyPr/>
        <a:lstStyle/>
        <a:p>
          <a:endParaRPr lang="en-GB"/>
        </a:p>
      </dgm:t>
    </dgm:pt>
    <dgm:pt modelId="{44A50B8F-F68A-491C-A414-EBED69E1E6D6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900" dirty="0" err="1">
              <a:latin typeface="Browallia New"/>
              <a:ea typeface="+mn-ea"/>
              <a:cs typeface="Browallia New"/>
            </a:rPr>
            <a:t>Louvian</a:t>
          </a:r>
          <a:r>
            <a:rPr lang="en-GB" sz="900" dirty="0">
              <a:latin typeface="Browallia New"/>
              <a:ea typeface="+mn-ea"/>
              <a:cs typeface="Browallia New"/>
            </a:rPr>
            <a:t> Graph </a:t>
          </a:r>
          <a:r>
            <a:rPr lang="en-GB" sz="900" dirty="0">
              <a:latin typeface="Browallia New"/>
              <a:cs typeface="Browallia New"/>
            </a:rPr>
            <a:t>(</a:t>
          </a:r>
          <a:r>
            <a:rPr lang="en-GB" sz="900" dirty="0" err="1">
              <a:latin typeface="Browallia New"/>
              <a:cs typeface="Browallia New"/>
            </a:rPr>
            <a:t>A</a:t>
          </a:r>
          <a:r>
            <a:rPr lang="en-GB" sz="900" baseline="-25000" dirty="0" err="1">
              <a:latin typeface="Browallia New"/>
              <a:cs typeface="Browallia New"/>
            </a:rPr>
            <a:t>graph</a:t>
          </a:r>
          <a:r>
            <a:rPr lang="en-GB" sz="900" dirty="0">
              <a:latin typeface="Browallia New"/>
              <a:cs typeface="Browallia New"/>
            </a:rPr>
            <a:t>)</a:t>
          </a:r>
        </a:p>
      </dgm:t>
    </dgm:pt>
    <dgm:pt modelId="{2FA2B3BB-0426-4AB1-B928-562783394D01}" type="parTrans" cxnId="{DC286F04-0851-4355-9263-E314D19BBC77}">
      <dgm:prSet/>
      <dgm:spPr/>
      <dgm:t>
        <a:bodyPr/>
        <a:lstStyle/>
        <a:p>
          <a:endParaRPr lang="en-GB"/>
        </a:p>
      </dgm:t>
    </dgm:pt>
    <dgm:pt modelId="{4DF3B6B6-DD95-42DB-9459-2617FA000896}" type="sibTrans" cxnId="{DC286F04-0851-4355-9263-E314D19BBC77}">
      <dgm:prSet/>
      <dgm:spPr/>
      <dgm:t>
        <a:bodyPr/>
        <a:lstStyle/>
        <a:p>
          <a:endParaRPr lang="en-GB"/>
        </a:p>
      </dgm:t>
    </dgm:pt>
    <dgm:pt modelId="{8395D5FC-0391-4AE8-961D-8EF13FCA8AC1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200" b="1" dirty="0">
              <a:latin typeface="Browallia New"/>
              <a:ea typeface="+mn-ea"/>
              <a:cs typeface="Browallia New"/>
            </a:rPr>
            <a:t>WEIGHTED PARALLEL  SCORE FUSION</a:t>
          </a:r>
          <a:endParaRPr lang="en-GB" sz="1600" b="0" baseline="0" dirty="0">
            <a:latin typeface="Browallia New"/>
            <a:ea typeface="+mn-ea"/>
            <a:cs typeface="Browallia New"/>
          </a:endParaRPr>
        </a:p>
      </dgm:t>
    </dgm:pt>
    <dgm:pt modelId="{AA02C0D1-A989-4F66-B201-E1A2BCC0B153}" type="parTrans" cxnId="{C8BFCF42-8265-4180-9325-0A88B0C4A2E0}">
      <dgm:prSet/>
      <dgm:spPr/>
      <dgm:t>
        <a:bodyPr/>
        <a:lstStyle/>
        <a:p>
          <a:endParaRPr lang="en-GB"/>
        </a:p>
      </dgm:t>
    </dgm:pt>
    <dgm:pt modelId="{29781F2C-EE51-4073-A982-7F7220F5FC94}" type="sibTrans" cxnId="{C8BFCF42-8265-4180-9325-0A88B0C4A2E0}">
      <dgm:prSet/>
      <dgm:spPr/>
      <dgm:t>
        <a:bodyPr/>
        <a:lstStyle/>
        <a:p>
          <a:endParaRPr lang="en-GB"/>
        </a:p>
      </dgm:t>
    </dgm:pt>
    <dgm:pt modelId="{83A27324-D7E9-4962-8976-48DE81E7BD7F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900" dirty="0">
              <a:latin typeface="Browallia New"/>
              <a:ea typeface="+mn-ea"/>
              <a:cs typeface="Browallia New"/>
            </a:rPr>
            <a:t>1D Casual TCN</a:t>
          </a:r>
          <a:r>
            <a:rPr lang="en-GB" sz="900" dirty="0">
              <a:latin typeface="Browallia New"/>
              <a:cs typeface="Browallia New"/>
            </a:rPr>
            <a:t> (A</a:t>
          </a:r>
          <a:r>
            <a:rPr lang="en-GB" sz="900" baseline="-25000" dirty="0">
              <a:latin typeface="Browallia New"/>
              <a:cs typeface="Browallia New"/>
            </a:rPr>
            <a:t>TCN</a:t>
          </a:r>
          <a:r>
            <a:rPr lang="en-GB" sz="900" dirty="0">
              <a:latin typeface="Browallia New"/>
              <a:cs typeface="Browallia New"/>
            </a:rPr>
            <a:t>) </a:t>
          </a:r>
        </a:p>
      </dgm:t>
    </dgm:pt>
    <dgm:pt modelId="{7A4E7F17-5ED9-4981-B506-7651D66E9ADF}" type="parTrans" cxnId="{986DDBAE-EB8D-4AE2-9EF9-54DFA9AEC240}">
      <dgm:prSet/>
      <dgm:spPr/>
      <dgm:t>
        <a:bodyPr/>
        <a:lstStyle/>
        <a:p>
          <a:endParaRPr lang="en-GB"/>
        </a:p>
      </dgm:t>
    </dgm:pt>
    <dgm:pt modelId="{589C46E0-9441-4762-8741-FD185190E07E}" type="sibTrans" cxnId="{986DDBAE-EB8D-4AE2-9EF9-54DFA9AEC240}">
      <dgm:prSet/>
      <dgm:spPr/>
      <dgm:t>
        <a:bodyPr/>
        <a:lstStyle/>
        <a:p>
          <a:endParaRPr lang="en-US"/>
        </a:p>
      </dgm:t>
    </dgm:pt>
    <dgm:pt modelId="{63D32D0D-3525-45AA-9727-5C2A1151094A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600" b="1" baseline="0" dirty="0">
              <a:latin typeface="Browallia New"/>
              <a:ea typeface="+mn-ea"/>
              <a:cs typeface="Browallia New"/>
            </a:rPr>
            <a:t>Threat Mapper</a:t>
          </a:r>
          <a:br>
            <a:rPr lang="en-GB" sz="1600" b="1" baseline="0" dirty="0">
              <a:latin typeface="Browallia New"/>
              <a:ea typeface="+mn-ea"/>
              <a:cs typeface="Browallia New"/>
            </a:rPr>
          </a:br>
          <a:r>
            <a:rPr lang="en-GB" sz="1200" b="0" baseline="0" dirty="0">
              <a:latin typeface="Browallia New"/>
              <a:ea typeface="+mn-ea"/>
              <a:cs typeface="Browallia New"/>
            </a:rPr>
            <a:t>(C2, DDoS, etc)</a:t>
          </a:r>
          <a:endParaRPr lang="en-GB" sz="1200" dirty="0"/>
        </a:p>
      </dgm:t>
    </dgm:pt>
    <dgm:pt modelId="{2AC36335-AAB0-45D6-A1C6-7160854E84F2}" type="parTrans" cxnId="{493FE742-F029-4B0A-AAD8-A270E735AE26}">
      <dgm:prSet/>
      <dgm:spPr/>
      <dgm:t>
        <a:bodyPr/>
        <a:lstStyle/>
        <a:p>
          <a:endParaRPr lang="en-GB"/>
        </a:p>
      </dgm:t>
    </dgm:pt>
    <dgm:pt modelId="{7D752CFC-A531-49D8-A080-A61919E95172}" type="sibTrans" cxnId="{493FE742-F029-4B0A-AAD8-A270E735AE26}">
      <dgm:prSet/>
      <dgm:spPr/>
      <dgm:t>
        <a:bodyPr/>
        <a:lstStyle/>
        <a:p>
          <a:endParaRPr lang="en-US"/>
        </a:p>
      </dgm:t>
    </dgm:pt>
    <dgm:pt modelId="{763A7023-6408-475E-8A1C-10F87460B715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600" b="1" baseline="0" dirty="0">
              <a:latin typeface="Browallia New"/>
              <a:ea typeface="+mn-ea"/>
              <a:cs typeface="Browallia New"/>
            </a:rPr>
            <a:t>Trajectory Model</a:t>
          </a:r>
        </a:p>
      </dgm:t>
    </dgm:pt>
    <dgm:pt modelId="{CA751E4E-B9B0-4942-BF4E-DCD8FA5DF139}" type="parTrans" cxnId="{48D68DCF-4F59-4FB1-BB29-FAB5A88E54E1}">
      <dgm:prSet/>
      <dgm:spPr/>
      <dgm:t>
        <a:bodyPr/>
        <a:lstStyle/>
        <a:p>
          <a:endParaRPr lang="en-GB"/>
        </a:p>
      </dgm:t>
    </dgm:pt>
    <dgm:pt modelId="{B97A5864-C0B1-4840-94C4-3B819952C37D}" type="sibTrans" cxnId="{48D68DCF-4F59-4FB1-BB29-FAB5A88E54E1}">
      <dgm:prSet/>
      <dgm:spPr/>
      <dgm:t>
        <a:bodyPr/>
        <a:lstStyle/>
        <a:p>
          <a:endParaRPr lang="en-US"/>
        </a:p>
      </dgm:t>
    </dgm:pt>
    <dgm:pt modelId="{5837D970-3CC7-4AE0-9C95-48DA92F98BFF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200" baseline="0" dirty="0">
              <a:latin typeface="Browallia New"/>
              <a:ea typeface="+mn-ea"/>
              <a:cs typeface="Browallia New"/>
            </a:rPr>
            <a:t>Blockchain Audit Cryptographic Ledger (Off-Path)</a:t>
          </a:r>
        </a:p>
      </dgm:t>
    </dgm:pt>
    <dgm:pt modelId="{4DB81BD0-511C-47AB-96A5-6F5D7C49491D}" type="parTrans" cxnId="{16878594-4CB3-4B4E-87B9-5B5C41A9637D}">
      <dgm:prSet/>
      <dgm:spPr/>
      <dgm:t>
        <a:bodyPr/>
        <a:lstStyle/>
        <a:p>
          <a:endParaRPr lang="en-GB"/>
        </a:p>
      </dgm:t>
    </dgm:pt>
    <dgm:pt modelId="{C4B142DF-4024-4A61-86F4-E5920462A86E}" type="sibTrans" cxnId="{16878594-4CB3-4B4E-87B9-5B5C41A9637D}">
      <dgm:prSet/>
      <dgm:spPr/>
      <dgm:t>
        <a:bodyPr/>
        <a:lstStyle/>
        <a:p>
          <a:endParaRPr lang="en-US"/>
        </a:p>
      </dgm:t>
    </dgm:pt>
    <dgm:pt modelId="{781D3D7E-90A4-47BE-8ADE-BE8CAAD24861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800" dirty="0">
              <a:latin typeface="Browallia New"/>
              <a:ea typeface="+mn-ea"/>
              <a:cs typeface="Browallia New"/>
            </a:rPr>
            <a:t>Statistical Detector (A</a:t>
          </a:r>
          <a:r>
            <a:rPr lang="en-GB" sz="1800" baseline="-25000" dirty="0">
              <a:latin typeface="Browallia New"/>
              <a:ea typeface="+mn-ea"/>
              <a:cs typeface="Browallia New"/>
            </a:rPr>
            <a:t>stat </a:t>
          </a:r>
          <a:r>
            <a:rPr lang="en-GB" sz="1800" baseline="0" dirty="0">
              <a:latin typeface="Browallia New"/>
              <a:ea typeface="+mn-ea"/>
              <a:cs typeface="Browallia New"/>
            </a:rPr>
            <a:t>)</a:t>
          </a:r>
          <a:endParaRPr lang="en-GB" sz="1800" dirty="0">
            <a:latin typeface="Browallia New"/>
            <a:cs typeface="Browallia New"/>
          </a:endParaRPr>
        </a:p>
      </dgm:t>
    </dgm:pt>
    <dgm:pt modelId="{82B7DEB8-E9F7-4B76-9FEA-C469A6421D45}" type="parTrans" cxnId="{FD26E762-245A-42EA-A7FE-D6D6B98D9175}">
      <dgm:prSet/>
      <dgm:spPr/>
      <dgm:t>
        <a:bodyPr/>
        <a:lstStyle/>
        <a:p>
          <a:endParaRPr lang="en-GB"/>
        </a:p>
      </dgm:t>
    </dgm:pt>
    <dgm:pt modelId="{85D5D47F-8F09-4F11-9944-234D9BE5BAEA}" type="sibTrans" cxnId="{FD26E762-245A-42EA-A7FE-D6D6B98D9175}">
      <dgm:prSet/>
      <dgm:spPr/>
      <dgm:t>
        <a:bodyPr/>
        <a:lstStyle/>
        <a:p>
          <a:endParaRPr lang="en-US"/>
        </a:p>
      </dgm:t>
    </dgm:pt>
    <dgm:pt modelId="{50C1850F-9EBD-4FCC-A537-6D4405D12BCA}">
      <dgm:prSet phldrT="[Text]" phldr="0" custT="1"/>
      <dgm:spPr/>
      <dgm:t>
        <a:bodyPr/>
        <a:lstStyle/>
        <a:p>
          <a:pPr rtl="0"/>
          <a:r>
            <a:rPr lang="en-GB" sz="1300" b="1" baseline="0" dirty="0">
              <a:latin typeface="Calibri"/>
              <a:ea typeface="Calibri"/>
              <a:cs typeface="Calibri"/>
            </a:rPr>
            <a:t>S</a:t>
          </a:r>
          <a:r>
            <a:rPr lang="en-GB" sz="1300" b="1" baseline="-25000" dirty="0">
              <a:latin typeface="Calibri"/>
              <a:ea typeface="Calibri"/>
              <a:cs typeface="Calibri"/>
            </a:rPr>
            <a:t>anom</a:t>
          </a:r>
          <a:r>
            <a:rPr lang="en-GB" sz="1300" b="1" baseline="0" dirty="0">
              <a:latin typeface="Calibri"/>
              <a:ea typeface="Calibri"/>
              <a:cs typeface="Calibri"/>
            </a:rPr>
            <a:t>=</a:t>
          </a:r>
          <a:br>
            <a:rPr lang="en-GB" sz="1300" b="1" baseline="0" dirty="0">
              <a:latin typeface="Calibri"/>
              <a:ea typeface="Calibri"/>
              <a:cs typeface="Calibri"/>
            </a:rPr>
          </a:br>
          <a:r>
            <a:rPr lang="en-GB" sz="1300" b="1" baseline="0" dirty="0">
              <a:latin typeface="Calibri"/>
              <a:ea typeface="Calibri"/>
              <a:cs typeface="Calibri"/>
            </a:rPr>
            <a:t> w</a:t>
          </a:r>
          <a:r>
            <a:rPr lang="en-GB" sz="1300" b="1" baseline="-25000" dirty="0">
              <a:latin typeface="Calibri"/>
              <a:ea typeface="Calibri"/>
              <a:cs typeface="Calibri"/>
            </a:rPr>
            <a:t>1</a:t>
          </a:r>
          <a:r>
            <a:rPr lang="en-GB" sz="1300" b="1" baseline="0" dirty="0">
              <a:latin typeface="Calibri"/>
              <a:ea typeface="Calibri"/>
              <a:cs typeface="Calibri"/>
            </a:rPr>
            <a:t>*A</a:t>
          </a:r>
          <a:r>
            <a:rPr lang="en-GB" sz="1300" b="1" baseline="-25000" dirty="0">
              <a:latin typeface="Calibri"/>
              <a:ea typeface="Calibri"/>
              <a:cs typeface="Calibri"/>
            </a:rPr>
            <a:t>stat</a:t>
          </a:r>
          <a:r>
            <a:rPr lang="en-GB" sz="1300" b="1" baseline="0" dirty="0">
              <a:latin typeface="Calibri"/>
              <a:ea typeface="Calibri"/>
              <a:cs typeface="Calibri"/>
            </a:rPr>
            <a:t>+w</a:t>
          </a:r>
          <a:r>
            <a:rPr lang="en-GB" sz="1300" b="1" baseline="-25000" dirty="0">
              <a:latin typeface="Calibri"/>
              <a:ea typeface="Calibri"/>
              <a:cs typeface="Calibri"/>
            </a:rPr>
            <a:t>2</a:t>
          </a:r>
          <a:r>
            <a:rPr lang="en-GB" sz="1300" b="1" baseline="0" dirty="0">
              <a:latin typeface="Calibri"/>
              <a:ea typeface="Calibri"/>
              <a:cs typeface="Calibri"/>
            </a:rPr>
            <a:t>*A</a:t>
          </a:r>
          <a:r>
            <a:rPr lang="en-GB" sz="1300" b="1" baseline="-25000" dirty="0">
              <a:latin typeface="Calibri"/>
              <a:ea typeface="Calibri"/>
              <a:cs typeface="Calibri"/>
            </a:rPr>
            <a:t>IF </a:t>
          </a:r>
          <a:r>
            <a:rPr lang="en-GB" sz="1300" b="1" baseline="0" dirty="0">
              <a:latin typeface="Calibri"/>
              <a:ea typeface="Calibri"/>
              <a:cs typeface="Calibri"/>
            </a:rPr>
            <a:t>+ …</a:t>
          </a:r>
          <a:endParaRPr lang="en-GB" sz="1300" b="1" dirty="0"/>
        </a:p>
      </dgm:t>
    </dgm:pt>
    <dgm:pt modelId="{B090077C-C3B8-411D-A5CB-F3B80404AB9E}" type="parTrans" cxnId="{72254065-9E10-4516-ACA3-E81D4CFEC056}">
      <dgm:prSet/>
      <dgm:spPr/>
      <dgm:t>
        <a:bodyPr/>
        <a:lstStyle/>
        <a:p>
          <a:endParaRPr lang="en-GB"/>
        </a:p>
      </dgm:t>
    </dgm:pt>
    <dgm:pt modelId="{8FB43E6B-8829-44B5-90D0-46164CA96F06}" type="sibTrans" cxnId="{72254065-9E10-4516-ACA3-E81D4CFEC056}">
      <dgm:prSet/>
      <dgm:spPr/>
      <dgm:t>
        <a:bodyPr/>
        <a:lstStyle/>
        <a:p>
          <a:endParaRPr lang="en-US"/>
        </a:p>
      </dgm:t>
    </dgm:pt>
    <dgm:pt modelId="{2BE38315-7BCD-4129-9B5A-11744CE5CE49}" type="pres">
      <dgm:prSet presAssocID="{9696FA03-7D3A-4102-96A9-810E8F8F740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AA4928C-B497-4811-867D-0AE9CDAF6360}" type="pres">
      <dgm:prSet presAssocID="{DEC0BCF6-442D-426C-BD3A-A363A9ACE32E}" presName="root1" presStyleCnt="0"/>
      <dgm:spPr/>
    </dgm:pt>
    <dgm:pt modelId="{7229A1C8-00E6-4232-9AA6-B0B063E69DB6}" type="pres">
      <dgm:prSet presAssocID="{DEC0BCF6-442D-426C-BD3A-A363A9ACE32E}" presName="LevelOneTextNode" presStyleLbl="node0" presStyleIdx="0" presStyleCnt="3">
        <dgm:presLayoutVars>
          <dgm:chPref val="3"/>
        </dgm:presLayoutVars>
      </dgm:prSet>
      <dgm:spPr/>
    </dgm:pt>
    <dgm:pt modelId="{45947575-8F78-4965-8A1D-EB7E1DCDFBE4}" type="pres">
      <dgm:prSet presAssocID="{DEC0BCF6-442D-426C-BD3A-A363A9ACE32E}" presName="level2hierChild" presStyleCnt="0"/>
      <dgm:spPr/>
    </dgm:pt>
    <dgm:pt modelId="{A7526C9F-12E4-4EE7-B7C4-9C2319190911}" type="pres">
      <dgm:prSet presAssocID="{A52D2FD9-7AC9-4DDC-90FD-3EAC810AF34B}" presName="conn2-1" presStyleLbl="parChTrans1D2" presStyleIdx="0" presStyleCnt="3"/>
      <dgm:spPr/>
    </dgm:pt>
    <dgm:pt modelId="{A8ABF2F6-02E9-4D16-BC4C-DC1E4BA4F269}" type="pres">
      <dgm:prSet presAssocID="{A52D2FD9-7AC9-4DDC-90FD-3EAC810AF34B}" presName="connTx" presStyleLbl="parChTrans1D2" presStyleIdx="0" presStyleCnt="3"/>
      <dgm:spPr/>
    </dgm:pt>
    <dgm:pt modelId="{97F868AE-DD59-41B1-A2E1-3A5623765A96}" type="pres">
      <dgm:prSet presAssocID="{18E0C3A2-D689-4EEC-B6A6-EBAA4B346912}" presName="root2" presStyleCnt="0"/>
      <dgm:spPr/>
    </dgm:pt>
    <dgm:pt modelId="{2D103576-0AC7-4629-B80A-749542D18745}" type="pres">
      <dgm:prSet presAssocID="{18E0C3A2-D689-4EEC-B6A6-EBAA4B346912}" presName="LevelTwoTextNode" presStyleLbl="node2" presStyleIdx="0" presStyleCnt="3">
        <dgm:presLayoutVars>
          <dgm:chPref val="3"/>
        </dgm:presLayoutVars>
      </dgm:prSet>
      <dgm:spPr/>
    </dgm:pt>
    <dgm:pt modelId="{887D4788-B573-4A63-8797-0C739CF98AC2}" type="pres">
      <dgm:prSet presAssocID="{18E0C3A2-D689-4EEC-B6A6-EBAA4B346912}" presName="level3hierChild" presStyleCnt="0"/>
      <dgm:spPr/>
    </dgm:pt>
    <dgm:pt modelId="{9783D480-DC75-4550-B396-DC1C92E8914D}" type="pres">
      <dgm:prSet presAssocID="{82B7DEB8-E9F7-4B76-9FEA-C469A6421D45}" presName="conn2-1" presStyleLbl="parChTrans1D3" presStyleIdx="0" presStyleCnt="5"/>
      <dgm:spPr/>
    </dgm:pt>
    <dgm:pt modelId="{8FAE743F-42E8-4DBD-B640-C45B48AC350F}" type="pres">
      <dgm:prSet presAssocID="{82B7DEB8-E9F7-4B76-9FEA-C469A6421D45}" presName="connTx" presStyleLbl="parChTrans1D3" presStyleIdx="0" presStyleCnt="5"/>
      <dgm:spPr/>
    </dgm:pt>
    <dgm:pt modelId="{D4AAF056-518E-4750-BA7D-9A8B4C688DC1}" type="pres">
      <dgm:prSet presAssocID="{781D3D7E-90A4-47BE-8ADE-BE8CAAD24861}" presName="root2" presStyleCnt="0"/>
      <dgm:spPr/>
    </dgm:pt>
    <dgm:pt modelId="{F393C4F8-B316-4A14-9138-973BEC27AEEF}" type="pres">
      <dgm:prSet presAssocID="{781D3D7E-90A4-47BE-8ADE-BE8CAAD24861}" presName="LevelTwoTextNode" presStyleLbl="node3" presStyleIdx="0" presStyleCnt="5">
        <dgm:presLayoutVars>
          <dgm:chPref val="3"/>
        </dgm:presLayoutVars>
      </dgm:prSet>
      <dgm:spPr/>
    </dgm:pt>
    <dgm:pt modelId="{0BBC4A3C-786B-400C-8B86-F9D83A77334F}" type="pres">
      <dgm:prSet presAssocID="{781D3D7E-90A4-47BE-8ADE-BE8CAAD24861}" presName="level3hierChild" presStyleCnt="0"/>
      <dgm:spPr/>
    </dgm:pt>
    <dgm:pt modelId="{513DC2B7-FBAF-4484-A4E2-0E57ED231C5C}" type="pres">
      <dgm:prSet presAssocID="{C4CB19B7-6A00-4223-985E-228BA6540A3F}" presName="conn2-1" presStyleLbl="parChTrans1D3" presStyleIdx="1" presStyleCnt="5"/>
      <dgm:spPr/>
    </dgm:pt>
    <dgm:pt modelId="{3CE18A8D-7909-48A4-BC42-598096FEECEA}" type="pres">
      <dgm:prSet presAssocID="{C4CB19B7-6A00-4223-985E-228BA6540A3F}" presName="connTx" presStyleLbl="parChTrans1D3" presStyleIdx="1" presStyleCnt="5"/>
      <dgm:spPr/>
    </dgm:pt>
    <dgm:pt modelId="{5A079C22-A985-4DFB-809E-F7AE0284699E}" type="pres">
      <dgm:prSet presAssocID="{AA0FFE0F-AA7B-4D46-A15A-46168F988638}" presName="root2" presStyleCnt="0"/>
      <dgm:spPr/>
    </dgm:pt>
    <dgm:pt modelId="{2B21D00B-0656-46A0-91A3-E8131BC5915C}" type="pres">
      <dgm:prSet presAssocID="{AA0FFE0F-AA7B-4D46-A15A-46168F988638}" presName="LevelTwoTextNode" presStyleLbl="node3" presStyleIdx="1" presStyleCnt="5">
        <dgm:presLayoutVars>
          <dgm:chPref val="3"/>
        </dgm:presLayoutVars>
      </dgm:prSet>
      <dgm:spPr/>
    </dgm:pt>
    <dgm:pt modelId="{69D69434-41B4-4887-8BC2-0C56C2425F3B}" type="pres">
      <dgm:prSet presAssocID="{AA0FFE0F-AA7B-4D46-A15A-46168F988638}" presName="level3hierChild" presStyleCnt="0"/>
      <dgm:spPr/>
    </dgm:pt>
    <dgm:pt modelId="{B8FEA0DF-873E-45D0-8F4E-7322A37F52F1}" type="pres">
      <dgm:prSet presAssocID="{7A4E7F17-5ED9-4981-B506-7651D66E9ADF}" presName="conn2-1" presStyleLbl="parChTrans1D3" presStyleIdx="2" presStyleCnt="5"/>
      <dgm:spPr/>
    </dgm:pt>
    <dgm:pt modelId="{D9FF5F83-DF61-42CD-B016-449BF6F3B514}" type="pres">
      <dgm:prSet presAssocID="{7A4E7F17-5ED9-4981-B506-7651D66E9ADF}" presName="connTx" presStyleLbl="parChTrans1D3" presStyleIdx="2" presStyleCnt="5"/>
      <dgm:spPr/>
    </dgm:pt>
    <dgm:pt modelId="{79802BB9-46D0-4CC0-AF1E-F657BBE9D086}" type="pres">
      <dgm:prSet presAssocID="{83A27324-D7E9-4962-8976-48DE81E7BD7F}" presName="root2" presStyleCnt="0"/>
      <dgm:spPr/>
    </dgm:pt>
    <dgm:pt modelId="{119B16C7-2CF4-45B1-A1E0-5D387DF23FF4}" type="pres">
      <dgm:prSet presAssocID="{83A27324-D7E9-4962-8976-48DE81E7BD7F}" presName="LevelTwoTextNode" presStyleLbl="node3" presStyleIdx="2" presStyleCnt="5">
        <dgm:presLayoutVars>
          <dgm:chPref val="3"/>
        </dgm:presLayoutVars>
      </dgm:prSet>
      <dgm:spPr/>
    </dgm:pt>
    <dgm:pt modelId="{C79D2202-1EF6-4198-AB55-9AB292E50625}" type="pres">
      <dgm:prSet presAssocID="{83A27324-D7E9-4962-8976-48DE81E7BD7F}" presName="level3hierChild" presStyleCnt="0"/>
      <dgm:spPr/>
    </dgm:pt>
    <dgm:pt modelId="{BC7B563F-8A57-4436-B18A-3C885F0A18B6}" type="pres">
      <dgm:prSet presAssocID="{2FA2B3BB-0426-4AB1-B928-562783394D01}" presName="conn2-1" presStyleLbl="parChTrans1D3" presStyleIdx="3" presStyleCnt="5"/>
      <dgm:spPr/>
    </dgm:pt>
    <dgm:pt modelId="{925FAF1F-558C-4C1B-8102-91C838004266}" type="pres">
      <dgm:prSet presAssocID="{2FA2B3BB-0426-4AB1-B928-562783394D01}" presName="connTx" presStyleLbl="parChTrans1D3" presStyleIdx="3" presStyleCnt="5"/>
      <dgm:spPr/>
    </dgm:pt>
    <dgm:pt modelId="{175156FC-58F4-4F38-A32F-B3B039A63894}" type="pres">
      <dgm:prSet presAssocID="{44A50B8F-F68A-491C-A414-EBED69E1E6D6}" presName="root2" presStyleCnt="0"/>
      <dgm:spPr/>
    </dgm:pt>
    <dgm:pt modelId="{9A7A6486-986E-431A-ABA8-0DFACBC23A21}" type="pres">
      <dgm:prSet presAssocID="{44A50B8F-F68A-491C-A414-EBED69E1E6D6}" presName="LevelTwoTextNode" presStyleLbl="node3" presStyleIdx="3" presStyleCnt="5">
        <dgm:presLayoutVars>
          <dgm:chPref val="3"/>
        </dgm:presLayoutVars>
      </dgm:prSet>
      <dgm:spPr/>
    </dgm:pt>
    <dgm:pt modelId="{31981175-833F-4118-81E1-9B2284411678}" type="pres">
      <dgm:prSet presAssocID="{44A50B8F-F68A-491C-A414-EBED69E1E6D6}" presName="level3hierChild" presStyleCnt="0"/>
      <dgm:spPr/>
    </dgm:pt>
    <dgm:pt modelId="{520E8165-CD2D-44A3-B609-D8E81955E3D1}" type="pres">
      <dgm:prSet presAssocID="{8395D5FC-0391-4AE8-961D-8EF13FCA8AC1}" presName="root1" presStyleCnt="0"/>
      <dgm:spPr/>
    </dgm:pt>
    <dgm:pt modelId="{681C4742-4A1E-41E6-AE1E-90F46BE5F1DC}" type="pres">
      <dgm:prSet presAssocID="{8395D5FC-0391-4AE8-961D-8EF13FCA8AC1}" presName="LevelOneTextNode" presStyleLbl="node0" presStyleIdx="1" presStyleCnt="3">
        <dgm:presLayoutVars>
          <dgm:chPref val="3"/>
        </dgm:presLayoutVars>
      </dgm:prSet>
      <dgm:spPr/>
    </dgm:pt>
    <dgm:pt modelId="{31A65520-6DE1-4665-97E9-CA11CF2EECA2}" type="pres">
      <dgm:prSet presAssocID="{8395D5FC-0391-4AE8-961D-8EF13FCA8AC1}" presName="level2hierChild" presStyleCnt="0"/>
      <dgm:spPr/>
    </dgm:pt>
    <dgm:pt modelId="{F6547652-84B3-4599-8A99-74EF74030688}" type="pres">
      <dgm:prSet presAssocID="{2AC36335-AAB0-45D6-A1C6-7160854E84F2}" presName="conn2-1" presStyleLbl="parChTrans1D2" presStyleIdx="1" presStyleCnt="3"/>
      <dgm:spPr/>
    </dgm:pt>
    <dgm:pt modelId="{93DD7A3E-264D-42F3-A1E3-5FE7C06002FE}" type="pres">
      <dgm:prSet presAssocID="{2AC36335-AAB0-45D6-A1C6-7160854E84F2}" presName="connTx" presStyleLbl="parChTrans1D2" presStyleIdx="1" presStyleCnt="3"/>
      <dgm:spPr/>
    </dgm:pt>
    <dgm:pt modelId="{99D338A2-D53F-4865-A82A-406735C59A61}" type="pres">
      <dgm:prSet presAssocID="{63D32D0D-3525-45AA-9727-5C2A1151094A}" presName="root2" presStyleCnt="0"/>
      <dgm:spPr/>
    </dgm:pt>
    <dgm:pt modelId="{74443F87-A226-4C4E-AB75-3F0CBEFE610E}" type="pres">
      <dgm:prSet presAssocID="{63D32D0D-3525-45AA-9727-5C2A1151094A}" presName="LevelTwoTextNode" presStyleLbl="node2" presStyleIdx="1" presStyleCnt="3">
        <dgm:presLayoutVars>
          <dgm:chPref val="3"/>
        </dgm:presLayoutVars>
      </dgm:prSet>
      <dgm:spPr/>
    </dgm:pt>
    <dgm:pt modelId="{DD497749-6968-4BCA-BC08-A9E48F477AED}" type="pres">
      <dgm:prSet presAssocID="{63D32D0D-3525-45AA-9727-5C2A1151094A}" presName="level3hierChild" presStyleCnt="0"/>
      <dgm:spPr/>
    </dgm:pt>
    <dgm:pt modelId="{E9EE8232-C23C-4FC1-A80C-331A84848ACC}" type="pres">
      <dgm:prSet presAssocID="{4DB81BD0-511C-47AB-96A5-6F5D7C49491D}" presName="conn2-1" presStyleLbl="parChTrans1D3" presStyleIdx="4" presStyleCnt="5"/>
      <dgm:spPr/>
    </dgm:pt>
    <dgm:pt modelId="{B31ABFEA-C2D4-4AA4-ADFE-1639212B551C}" type="pres">
      <dgm:prSet presAssocID="{4DB81BD0-511C-47AB-96A5-6F5D7C49491D}" presName="connTx" presStyleLbl="parChTrans1D3" presStyleIdx="4" presStyleCnt="5"/>
      <dgm:spPr/>
    </dgm:pt>
    <dgm:pt modelId="{44EDE4D1-4661-4238-BC39-19EDE02FDFE4}" type="pres">
      <dgm:prSet presAssocID="{5837D970-3CC7-4AE0-9C95-48DA92F98BFF}" presName="root2" presStyleCnt="0"/>
      <dgm:spPr/>
    </dgm:pt>
    <dgm:pt modelId="{603863AD-02F1-428F-B306-A58CBA8F9491}" type="pres">
      <dgm:prSet presAssocID="{5837D970-3CC7-4AE0-9C95-48DA92F98BFF}" presName="LevelTwoTextNode" presStyleLbl="node3" presStyleIdx="4" presStyleCnt="5">
        <dgm:presLayoutVars>
          <dgm:chPref val="3"/>
        </dgm:presLayoutVars>
      </dgm:prSet>
      <dgm:spPr/>
    </dgm:pt>
    <dgm:pt modelId="{E3DF518A-8216-4879-97AD-0B657584DFD9}" type="pres">
      <dgm:prSet presAssocID="{5837D970-3CC7-4AE0-9C95-48DA92F98BFF}" presName="level3hierChild" presStyleCnt="0"/>
      <dgm:spPr/>
    </dgm:pt>
    <dgm:pt modelId="{E7A3D5E5-7B30-46EA-B779-EAB1515ED81A}" type="pres">
      <dgm:prSet presAssocID="{CA751E4E-B9B0-4942-BF4E-DCD8FA5DF139}" presName="conn2-1" presStyleLbl="parChTrans1D2" presStyleIdx="2" presStyleCnt="3"/>
      <dgm:spPr/>
    </dgm:pt>
    <dgm:pt modelId="{901ADBAE-3B69-4930-86B4-4D050A467B92}" type="pres">
      <dgm:prSet presAssocID="{CA751E4E-B9B0-4942-BF4E-DCD8FA5DF139}" presName="connTx" presStyleLbl="parChTrans1D2" presStyleIdx="2" presStyleCnt="3"/>
      <dgm:spPr/>
    </dgm:pt>
    <dgm:pt modelId="{36EEDE3E-94AA-40DE-9350-147E2539E37E}" type="pres">
      <dgm:prSet presAssocID="{763A7023-6408-475E-8A1C-10F87460B715}" presName="root2" presStyleCnt="0"/>
      <dgm:spPr/>
    </dgm:pt>
    <dgm:pt modelId="{86FF1256-8F88-4293-9074-A191F3EF31AD}" type="pres">
      <dgm:prSet presAssocID="{763A7023-6408-475E-8A1C-10F87460B715}" presName="LevelTwoTextNode" presStyleLbl="node2" presStyleIdx="2" presStyleCnt="3">
        <dgm:presLayoutVars>
          <dgm:chPref val="3"/>
        </dgm:presLayoutVars>
      </dgm:prSet>
      <dgm:spPr/>
    </dgm:pt>
    <dgm:pt modelId="{01E04135-7D75-4988-A159-FA9663CD2F10}" type="pres">
      <dgm:prSet presAssocID="{763A7023-6408-475E-8A1C-10F87460B715}" presName="level3hierChild" presStyleCnt="0"/>
      <dgm:spPr/>
    </dgm:pt>
    <dgm:pt modelId="{C955CE90-E79B-4612-969A-433AF279B0CE}" type="pres">
      <dgm:prSet presAssocID="{50C1850F-9EBD-4FCC-A537-6D4405D12BCA}" presName="root1" presStyleCnt="0"/>
      <dgm:spPr/>
    </dgm:pt>
    <dgm:pt modelId="{7CC32F76-F3A1-47FB-9BB0-4BC51D9FF4E6}" type="pres">
      <dgm:prSet presAssocID="{50C1850F-9EBD-4FCC-A537-6D4405D12BCA}" presName="LevelOneTextNode" presStyleLbl="node0" presStyleIdx="2" presStyleCnt="3">
        <dgm:presLayoutVars>
          <dgm:chPref val="3"/>
        </dgm:presLayoutVars>
      </dgm:prSet>
      <dgm:spPr/>
    </dgm:pt>
    <dgm:pt modelId="{C393AEB4-F4C1-4A3C-BCEA-F209699F65A4}" type="pres">
      <dgm:prSet presAssocID="{50C1850F-9EBD-4FCC-A537-6D4405D12BCA}" presName="level2hierChild" presStyleCnt="0"/>
      <dgm:spPr/>
    </dgm:pt>
  </dgm:ptLst>
  <dgm:cxnLst>
    <dgm:cxn modelId="{01D1B400-0FC3-454B-9686-986358939FCC}" type="presOf" srcId="{2AC36335-AAB0-45D6-A1C6-7160854E84F2}" destId="{93DD7A3E-264D-42F3-A1E3-5FE7C06002FE}" srcOrd="1" destOrd="0" presId="urn:microsoft.com/office/officeart/2005/8/layout/hierarchy2"/>
    <dgm:cxn modelId="{3DAF9F02-98D4-4865-8420-4C17BA803A85}" srcId="{9696FA03-7D3A-4102-96A9-810E8F8F7406}" destId="{DEC0BCF6-442D-426C-BD3A-A363A9ACE32E}" srcOrd="0" destOrd="0" parTransId="{1846DD1B-9AAB-4D5A-B7A4-D83FEEE25922}" sibTransId="{F6B3264E-CC1A-4D23-9617-B9082D6993D7}"/>
    <dgm:cxn modelId="{DC286F04-0851-4355-9263-E314D19BBC77}" srcId="{18E0C3A2-D689-4EEC-B6A6-EBAA4B346912}" destId="{44A50B8F-F68A-491C-A414-EBED69E1E6D6}" srcOrd="3" destOrd="0" parTransId="{2FA2B3BB-0426-4AB1-B928-562783394D01}" sibTransId="{4DF3B6B6-DD95-42DB-9459-2617FA000896}"/>
    <dgm:cxn modelId="{CDF27904-AB07-40BF-9AD4-09DEA3153D34}" type="presOf" srcId="{CA751E4E-B9B0-4942-BF4E-DCD8FA5DF139}" destId="{E7A3D5E5-7B30-46EA-B779-EAB1515ED81A}" srcOrd="0" destOrd="0" presId="urn:microsoft.com/office/officeart/2005/8/layout/hierarchy2"/>
    <dgm:cxn modelId="{C6B30A07-26AE-4FD7-87CC-060681F45AC7}" type="presOf" srcId="{4DB81BD0-511C-47AB-96A5-6F5D7C49491D}" destId="{E9EE8232-C23C-4FC1-A80C-331A84848ACC}" srcOrd="0" destOrd="0" presId="urn:microsoft.com/office/officeart/2005/8/layout/hierarchy2"/>
    <dgm:cxn modelId="{28CF1708-3B4F-401A-9E5A-AD00A876DBEE}" type="presOf" srcId="{9696FA03-7D3A-4102-96A9-810E8F8F7406}" destId="{2BE38315-7BCD-4129-9B5A-11744CE5CE49}" srcOrd="0" destOrd="0" presId="urn:microsoft.com/office/officeart/2005/8/layout/hierarchy2"/>
    <dgm:cxn modelId="{CED68E08-6984-4D06-9184-EF24D42ECC1D}" type="presOf" srcId="{5837D970-3CC7-4AE0-9C95-48DA92F98BFF}" destId="{603863AD-02F1-428F-B306-A58CBA8F9491}" srcOrd="0" destOrd="0" presId="urn:microsoft.com/office/officeart/2005/8/layout/hierarchy2"/>
    <dgm:cxn modelId="{E9608E18-1145-431A-9080-03603F81F0B7}" type="presOf" srcId="{83A27324-D7E9-4962-8976-48DE81E7BD7F}" destId="{119B16C7-2CF4-45B1-A1E0-5D387DF23FF4}" srcOrd="0" destOrd="0" presId="urn:microsoft.com/office/officeart/2005/8/layout/hierarchy2"/>
    <dgm:cxn modelId="{F4ADDB1A-F8B8-4832-8A12-F3A037C3EA04}" type="presOf" srcId="{82B7DEB8-E9F7-4B76-9FEA-C469A6421D45}" destId="{9783D480-DC75-4550-B396-DC1C92E8914D}" srcOrd="0" destOrd="0" presId="urn:microsoft.com/office/officeart/2005/8/layout/hierarchy2"/>
    <dgm:cxn modelId="{42EB1D1D-F2DD-4CD3-B920-D97D700C7D41}" type="presOf" srcId="{C4CB19B7-6A00-4223-985E-228BA6540A3F}" destId="{3CE18A8D-7909-48A4-BC42-598096FEECEA}" srcOrd="1" destOrd="0" presId="urn:microsoft.com/office/officeart/2005/8/layout/hierarchy2"/>
    <dgm:cxn modelId="{41D2F92A-75A0-4F13-930D-534D595B6A7A}" type="presOf" srcId="{2FA2B3BB-0426-4AB1-B928-562783394D01}" destId="{BC7B563F-8A57-4436-B18A-3C885F0A18B6}" srcOrd="0" destOrd="0" presId="urn:microsoft.com/office/officeart/2005/8/layout/hierarchy2"/>
    <dgm:cxn modelId="{5F7A1B35-B730-452C-9C80-7E812545D6DB}" type="presOf" srcId="{8395D5FC-0391-4AE8-961D-8EF13FCA8AC1}" destId="{681C4742-4A1E-41E6-AE1E-90F46BE5F1DC}" srcOrd="0" destOrd="0" presId="urn:microsoft.com/office/officeart/2005/8/layout/hierarchy2"/>
    <dgm:cxn modelId="{74D0683A-E4E8-41DA-987D-191C4836B7CF}" type="presOf" srcId="{44A50B8F-F68A-491C-A414-EBED69E1E6D6}" destId="{9A7A6486-986E-431A-ABA8-0DFACBC23A21}" srcOrd="0" destOrd="0" presId="urn:microsoft.com/office/officeart/2005/8/layout/hierarchy2"/>
    <dgm:cxn modelId="{04530D3C-9BDE-457C-9AC4-7B31B96C99DA}" type="presOf" srcId="{781D3D7E-90A4-47BE-8ADE-BE8CAAD24861}" destId="{F393C4F8-B316-4A14-9138-973BEC27AEEF}" srcOrd="0" destOrd="0" presId="urn:microsoft.com/office/officeart/2005/8/layout/hierarchy2"/>
    <dgm:cxn modelId="{C8BFCF42-8265-4180-9325-0A88B0C4A2E0}" srcId="{9696FA03-7D3A-4102-96A9-810E8F8F7406}" destId="{8395D5FC-0391-4AE8-961D-8EF13FCA8AC1}" srcOrd="1" destOrd="0" parTransId="{AA02C0D1-A989-4F66-B201-E1A2BCC0B153}" sibTransId="{29781F2C-EE51-4073-A982-7F7220F5FC94}"/>
    <dgm:cxn modelId="{FD26E762-245A-42EA-A7FE-D6D6B98D9175}" srcId="{18E0C3A2-D689-4EEC-B6A6-EBAA4B346912}" destId="{781D3D7E-90A4-47BE-8ADE-BE8CAAD24861}" srcOrd="0" destOrd="0" parTransId="{82B7DEB8-E9F7-4B76-9FEA-C469A6421D45}" sibTransId="{85D5D47F-8F09-4F11-9944-234D9BE5BAEA}"/>
    <dgm:cxn modelId="{493FE742-F029-4B0A-AAD8-A270E735AE26}" srcId="{8395D5FC-0391-4AE8-961D-8EF13FCA8AC1}" destId="{63D32D0D-3525-45AA-9727-5C2A1151094A}" srcOrd="0" destOrd="0" parTransId="{2AC36335-AAB0-45D6-A1C6-7160854E84F2}" sibTransId="{7D752CFC-A531-49D8-A080-A61919E95172}"/>
    <dgm:cxn modelId="{0BD19E64-3547-4483-867A-E0102B375EF5}" type="presOf" srcId="{763A7023-6408-475E-8A1C-10F87460B715}" destId="{86FF1256-8F88-4293-9074-A191F3EF31AD}" srcOrd="0" destOrd="0" presId="urn:microsoft.com/office/officeart/2005/8/layout/hierarchy2"/>
    <dgm:cxn modelId="{72254065-9E10-4516-ACA3-E81D4CFEC056}" srcId="{9696FA03-7D3A-4102-96A9-810E8F8F7406}" destId="{50C1850F-9EBD-4FCC-A537-6D4405D12BCA}" srcOrd="2" destOrd="0" parTransId="{B090077C-C3B8-411D-A5CB-F3B80404AB9E}" sibTransId="{8FB43E6B-8829-44B5-90D0-46164CA96F06}"/>
    <dgm:cxn modelId="{6CCF0D6A-EF73-436A-9F77-91226C506017}" type="presOf" srcId="{63D32D0D-3525-45AA-9727-5C2A1151094A}" destId="{74443F87-A226-4C4E-AB75-3F0CBEFE610E}" srcOrd="0" destOrd="0" presId="urn:microsoft.com/office/officeart/2005/8/layout/hierarchy2"/>
    <dgm:cxn modelId="{81CE846E-FA8D-4201-8639-FFFD48FB1DDB}" srcId="{18E0C3A2-D689-4EEC-B6A6-EBAA4B346912}" destId="{AA0FFE0F-AA7B-4D46-A15A-46168F988638}" srcOrd="1" destOrd="0" parTransId="{C4CB19B7-6A00-4223-985E-228BA6540A3F}" sibTransId="{78FB195D-1D62-4937-B37F-03D427041E9B}"/>
    <dgm:cxn modelId="{1BE29C52-017F-4095-B99A-21A203052D8C}" type="presOf" srcId="{7A4E7F17-5ED9-4981-B506-7651D66E9ADF}" destId="{D9FF5F83-DF61-42CD-B016-449BF6F3B514}" srcOrd="1" destOrd="0" presId="urn:microsoft.com/office/officeart/2005/8/layout/hierarchy2"/>
    <dgm:cxn modelId="{520FE77A-6449-482D-AB57-3D306AF7D4E6}" type="presOf" srcId="{50C1850F-9EBD-4FCC-A537-6D4405D12BCA}" destId="{7CC32F76-F3A1-47FB-9BB0-4BC51D9FF4E6}" srcOrd="0" destOrd="0" presId="urn:microsoft.com/office/officeart/2005/8/layout/hierarchy2"/>
    <dgm:cxn modelId="{E1DB6F91-7533-454E-BB61-4CC06B66644E}" type="presOf" srcId="{4DB81BD0-511C-47AB-96A5-6F5D7C49491D}" destId="{B31ABFEA-C2D4-4AA4-ADFE-1639212B551C}" srcOrd="1" destOrd="0" presId="urn:microsoft.com/office/officeart/2005/8/layout/hierarchy2"/>
    <dgm:cxn modelId="{16878594-4CB3-4B4E-87B9-5B5C41A9637D}" srcId="{63D32D0D-3525-45AA-9727-5C2A1151094A}" destId="{5837D970-3CC7-4AE0-9C95-48DA92F98BFF}" srcOrd="0" destOrd="0" parTransId="{4DB81BD0-511C-47AB-96A5-6F5D7C49491D}" sibTransId="{C4B142DF-4024-4A61-86F4-E5920462A86E}"/>
    <dgm:cxn modelId="{9191B597-8FD9-4468-BA66-D4EE269C1307}" type="presOf" srcId="{7A4E7F17-5ED9-4981-B506-7651D66E9ADF}" destId="{B8FEA0DF-873E-45D0-8F4E-7322A37F52F1}" srcOrd="0" destOrd="0" presId="urn:microsoft.com/office/officeart/2005/8/layout/hierarchy2"/>
    <dgm:cxn modelId="{D6F6F8A0-9FE9-441B-A9F7-514C65439EC0}" type="presOf" srcId="{C4CB19B7-6A00-4223-985E-228BA6540A3F}" destId="{513DC2B7-FBAF-4484-A4E2-0E57ED231C5C}" srcOrd="0" destOrd="0" presId="urn:microsoft.com/office/officeart/2005/8/layout/hierarchy2"/>
    <dgm:cxn modelId="{4B3B79A9-2AD2-44D3-8939-B7DF47E5BD75}" type="presOf" srcId="{82B7DEB8-E9F7-4B76-9FEA-C469A6421D45}" destId="{8FAE743F-42E8-4DBD-B640-C45B48AC350F}" srcOrd="1" destOrd="0" presId="urn:microsoft.com/office/officeart/2005/8/layout/hierarchy2"/>
    <dgm:cxn modelId="{986DDBAE-EB8D-4AE2-9EF9-54DFA9AEC240}" srcId="{18E0C3A2-D689-4EEC-B6A6-EBAA4B346912}" destId="{83A27324-D7E9-4962-8976-48DE81E7BD7F}" srcOrd="2" destOrd="0" parTransId="{7A4E7F17-5ED9-4981-B506-7651D66E9ADF}" sibTransId="{589C46E0-9441-4762-8741-FD185190E07E}"/>
    <dgm:cxn modelId="{CFEE9DB1-6F1F-4688-8D27-A4CD637392BD}" srcId="{DEC0BCF6-442D-426C-BD3A-A363A9ACE32E}" destId="{18E0C3A2-D689-4EEC-B6A6-EBAA4B346912}" srcOrd="0" destOrd="0" parTransId="{A52D2FD9-7AC9-4DDC-90FD-3EAC810AF34B}" sibTransId="{53078182-2508-4D02-ADA8-46779FD2EE4C}"/>
    <dgm:cxn modelId="{AAFED9BD-F705-4C2D-871F-0768AE2BF551}" type="presOf" srcId="{2FA2B3BB-0426-4AB1-B928-562783394D01}" destId="{925FAF1F-558C-4C1B-8102-91C838004266}" srcOrd="1" destOrd="0" presId="urn:microsoft.com/office/officeart/2005/8/layout/hierarchy2"/>
    <dgm:cxn modelId="{48D68DCF-4F59-4FB1-BB29-FAB5A88E54E1}" srcId="{8395D5FC-0391-4AE8-961D-8EF13FCA8AC1}" destId="{763A7023-6408-475E-8A1C-10F87460B715}" srcOrd="1" destOrd="0" parTransId="{CA751E4E-B9B0-4942-BF4E-DCD8FA5DF139}" sibTransId="{B97A5864-C0B1-4840-94C4-3B819952C37D}"/>
    <dgm:cxn modelId="{CB5A6CDE-D3CD-42F3-AC26-986DCCA5E86E}" type="presOf" srcId="{2AC36335-AAB0-45D6-A1C6-7160854E84F2}" destId="{F6547652-84B3-4599-8A99-74EF74030688}" srcOrd="0" destOrd="0" presId="urn:microsoft.com/office/officeart/2005/8/layout/hierarchy2"/>
    <dgm:cxn modelId="{1564E9E0-6728-4BB4-ACC4-4ED044FD6056}" type="presOf" srcId="{A52D2FD9-7AC9-4DDC-90FD-3EAC810AF34B}" destId="{A8ABF2F6-02E9-4D16-BC4C-DC1E4BA4F269}" srcOrd="1" destOrd="0" presId="urn:microsoft.com/office/officeart/2005/8/layout/hierarchy2"/>
    <dgm:cxn modelId="{2C7A95F2-0C29-49D8-B628-3CFA1FE4F26B}" type="presOf" srcId="{AA0FFE0F-AA7B-4D46-A15A-46168F988638}" destId="{2B21D00B-0656-46A0-91A3-E8131BC5915C}" srcOrd="0" destOrd="0" presId="urn:microsoft.com/office/officeart/2005/8/layout/hierarchy2"/>
    <dgm:cxn modelId="{BED536F7-6324-4018-BFBE-07871C28C03D}" type="presOf" srcId="{CA751E4E-B9B0-4942-BF4E-DCD8FA5DF139}" destId="{901ADBAE-3B69-4930-86B4-4D050A467B92}" srcOrd="1" destOrd="0" presId="urn:microsoft.com/office/officeart/2005/8/layout/hierarchy2"/>
    <dgm:cxn modelId="{04E4C0F7-983B-4615-A4EE-86E95FB8F97F}" type="presOf" srcId="{18E0C3A2-D689-4EEC-B6A6-EBAA4B346912}" destId="{2D103576-0AC7-4629-B80A-749542D18745}" srcOrd="0" destOrd="0" presId="urn:microsoft.com/office/officeart/2005/8/layout/hierarchy2"/>
    <dgm:cxn modelId="{B84D5BFC-035D-4ADC-BACF-1D4B68AB8151}" type="presOf" srcId="{A52D2FD9-7AC9-4DDC-90FD-3EAC810AF34B}" destId="{A7526C9F-12E4-4EE7-B7C4-9C2319190911}" srcOrd="0" destOrd="0" presId="urn:microsoft.com/office/officeart/2005/8/layout/hierarchy2"/>
    <dgm:cxn modelId="{479389FD-C8B9-485A-BA3F-FD8E27F64839}" type="presOf" srcId="{DEC0BCF6-442D-426C-BD3A-A363A9ACE32E}" destId="{7229A1C8-00E6-4232-9AA6-B0B063E69DB6}" srcOrd="0" destOrd="0" presId="urn:microsoft.com/office/officeart/2005/8/layout/hierarchy2"/>
    <dgm:cxn modelId="{E33DF84C-F2BF-4F68-8952-9B62575BBAE6}" type="presParOf" srcId="{2BE38315-7BCD-4129-9B5A-11744CE5CE49}" destId="{1AA4928C-B497-4811-867D-0AE9CDAF6360}" srcOrd="0" destOrd="0" presId="urn:microsoft.com/office/officeart/2005/8/layout/hierarchy2"/>
    <dgm:cxn modelId="{FE6E11A0-2B6C-4EFC-AD60-C4E62342B51A}" type="presParOf" srcId="{1AA4928C-B497-4811-867D-0AE9CDAF6360}" destId="{7229A1C8-00E6-4232-9AA6-B0B063E69DB6}" srcOrd="0" destOrd="0" presId="urn:microsoft.com/office/officeart/2005/8/layout/hierarchy2"/>
    <dgm:cxn modelId="{BDB51B7C-DB87-4BF8-830A-992D0EA67D72}" type="presParOf" srcId="{1AA4928C-B497-4811-867D-0AE9CDAF6360}" destId="{45947575-8F78-4965-8A1D-EB7E1DCDFBE4}" srcOrd="1" destOrd="0" presId="urn:microsoft.com/office/officeart/2005/8/layout/hierarchy2"/>
    <dgm:cxn modelId="{3202F775-248D-4798-A3B9-8F406930B863}" type="presParOf" srcId="{45947575-8F78-4965-8A1D-EB7E1DCDFBE4}" destId="{A7526C9F-12E4-4EE7-B7C4-9C2319190911}" srcOrd="0" destOrd="0" presId="urn:microsoft.com/office/officeart/2005/8/layout/hierarchy2"/>
    <dgm:cxn modelId="{7472D756-EADA-4C06-B8E4-1336B4E202BD}" type="presParOf" srcId="{A7526C9F-12E4-4EE7-B7C4-9C2319190911}" destId="{A8ABF2F6-02E9-4D16-BC4C-DC1E4BA4F269}" srcOrd="0" destOrd="0" presId="urn:microsoft.com/office/officeart/2005/8/layout/hierarchy2"/>
    <dgm:cxn modelId="{B12E94A7-659A-4736-B695-2083125684FE}" type="presParOf" srcId="{45947575-8F78-4965-8A1D-EB7E1DCDFBE4}" destId="{97F868AE-DD59-41B1-A2E1-3A5623765A96}" srcOrd="1" destOrd="0" presId="urn:microsoft.com/office/officeart/2005/8/layout/hierarchy2"/>
    <dgm:cxn modelId="{538F4DF3-EB41-4F4B-83FD-2077A7C75F1E}" type="presParOf" srcId="{97F868AE-DD59-41B1-A2E1-3A5623765A96}" destId="{2D103576-0AC7-4629-B80A-749542D18745}" srcOrd="0" destOrd="0" presId="urn:microsoft.com/office/officeart/2005/8/layout/hierarchy2"/>
    <dgm:cxn modelId="{264B6FE2-D7F4-41A7-9448-2937D50E7122}" type="presParOf" srcId="{97F868AE-DD59-41B1-A2E1-3A5623765A96}" destId="{887D4788-B573-4A63-8797-0C739CF98AC2}" srcOrd="1" destOrd="0" presId="urn:microsoft.com/office/officeart/2005/8/layout/hierarchy2"/>
    <dgm:cxn modelId="{429CF3C3-E9E1-46B5-80B1-0019533E7D53}" type="presParOf" srcId="{887D4788-B573-4A63-8797-0C739CF98AC2}" destId="{9783D480-DC75-4550-B396-DC1C92E8914D}" srcOrd="0" destOrd="0" presId="urn:microsoft.com/office/officeart/2005/8/layout/hierarchy2"/>
    <dgm:cxn modelId="{1CCFFEEB-D600-48D3-91AD-01789702BF97}" type="presParOf" srcId="{9783D480-DC75-4550-B396-DC1C92E8914D}" destId="{8FAE743F-42E8-4DBD-B640-C45B48AC350F}" srcOrd="0" destOrd="0" presId="urn:microsoft.com/office/officeart/2005/8/layout/hierarchy2"/>
    <dgm:cxn modelId="{F8360BEA-61CE-4662-B349-4F0762EA5EC9}" type="presParOf" srcId="{887D4788-B573-4A63-8797-0C739CF98AC2}" destId="{D4AAF056-518E-4750-BA7D-9A8B4C688DC1}" srcOrd="1" destOrd="0" presId="urn:microsoft.com/office/officeart/2005/8/layout/hierarchy2"/>
    <dgm:cxn modelId="{FC824BBC-67A3-4FEE-BA93-B5414886B6A8}" type="presParOf" srcId="{D4AAF056-518E-4750-BA7D-9A8B4C688DC1}" destId="{F393C4F8-B316-4A14-9138-973BEC27AEEF}" srcOrd="0" destOrd="0" presId="urn:microsoft.com/office/officeart/2005/8/layout/hierarchy2"/>
    <dgm:cxn modelId="{A7A36141-0695-4DA2-AF6B-F13B0A320E5E}" type="presParOf" srcId="{D4AAF056-518E-4750-BA7D-9A8B4C688DC1}" destId="{0BBC4A3C-786B-400C-8B86-F9D83A77334F}" srcOrd="1" destOrd="0" presId="urn:microsoft.com/office/officeart/2005/8/layout/hierarchy2"/>
    <dgm:cxn modelId="{51F2F390-FB86-4A7B-9F7F-3EFF6D9BD275}" type="presParOf" srcId="{887D4788-B573-4A63-8797-0C739CF98AC2}" destId="{513DC2B7-FBAF-4484-A4E2-0E57ED231C5C}" srcOrd="2" destOrd="0" presId="urn:microsoft.com/office/officeart/2005/8/layout/hierarchy2"/>
    <dgm:cxn modelId="{D5EE3875-B749-4B57-86CF-180621B7CA51}" type="presParOf" srcId="{513DC2B7-FBAF-4484-A4E2-0E57ED231C5C}" destId="{3CE18A8D-7909-48A4-BC42-598096FEECEA}" srcOrd="0" destOrd="0" presId="urn:microsoft.com/office/officeart/2005/8/layout/hierarchy2"/>
    <dgm:cxn modelId="{C99E1DD0-A466-4933-BBB3-9BAF6A84CD00}" type="presParOf" srcId="{887D4788-B573-4A63-8797-0C739CF98AC2}" destId="{5A079C22-A985-4DFB-809E-F7AE0284699E}" srcOrd="3" destOrd="0" presId="urn:microsoft.com/office/officeart/2005/8/layout/hierarchy2"/>
    <dgm:cxn modelId="{DA253E09-0964-4D04-BF4C-80F677AB3FD5}" type="presParOf" srcId="{5A079C22-A985-4DFB-809E-F7AE0284699E}" destId="{2B21D00B-0656-46A0-91A3-E8131BC5915C}" srcOrd="0" destOrd="0" presId="urn:microsoft.com/office/officeart/2005/8/layout/hierarchy2"/>
    <dgm:cxn modelId="{90E38E1B-747E-428C-8262-709E2706F2A8}" type="presParOf" srcId="{5A079C22-A985-4DFB-809E-F7AE0284699E}" destId="{69D69434-41B4-4887-8BC2-0C56C2425F3B}" srcOrd="1" destOrd="0" presId="urn:microsoft.com/office/officeart/2005/8/layout/hierarchy2"/>
    <dgm:cxn modelId="{70D0D9A8-D5FE-4F4B-BD3A-89EA411F38B7}" type="presParOf" srcId="{887D4788-B573-4A63-8797-0C739CF98AC2}" destId="{B8FEA0DF-873E-45D0-8F4E-7322A37F52F1}" srcOrd="4" destOrd="0" presId="urn:microsoft.com/office/officeart/2005/8/layout/hierarchy2"/>
    <dgm:cxn modelId="{893B6F7C-1BD6-4B64-A96B-45061A88B12C}" type="presParOf" srcId="{B8FEA0DF-873E-45D0-8F4E-7322A37F52F1}" destId="{D9FF5F83-DF61-42CD-B016-449BF6F3B514}" srcOrd="0" destOrd="0" presId="urn:microsoft.com/office/officeart/2005/8/layout/hierarchy2"/>
    <dgm:cxn modelId="{A6E26A65-B794-4784-9E75-C7E2025BC843}" type="presParOf" srcId="{887D4788-B573-4A63-8797-0C739CF98AC2}" destId="{79802BB9-46D0-4CC0-AF1E-F657BBE9D086}" srcOrd="5" destOrd="0" presId="urn:microsoft.com/office/officeart/2005/8/layout/hierarchy2"/>
    <dgm:cxn modelId="{A10A92A7-87AD-4450-AE32-79104526F941}" type="presParOf" srcId="{79802BB9-46D0-4CC0-AF1E-F657BBE9D086}" destId="{119B16C7-2CF4-45B1-A1E0-5D387DF23FF4}" srcOrd="0" destOrd="0" presId="urn:microsoft.com/office/officeart/2005/8/layout/hierarchy2"/>
    <dgm:cxn modelId="{A38FCD40-97AA-485B-86AC-3CB8CE87F1FB}" type="presParOf" srcId="{79802BB9-46D0-4CC0-AF1E-F657BBE9D086}" destId="{C79D2202-1EF6-4198-AB55-9AB292E50625}" srcOrd="1" destOrd="0" presId="urn:microsoft.com/office/officeart/2005/8/layout/hierarchy2"/>
    <dgm:cxn modelId="{A82AA361-9838-4C00-8291-68C77BBEE9E0}" type="presParOf" srcId="{887D4788-B573-4A63-8797-0C739CF98AC2}" destId="{BC7B563F-8A57-4436-B18A-3C885F0A18B6}" srcOrd="6" destOrd="0" presId="urn:microsoft.com/office/officeart/2005/8/layout/hierarchy2"/>
    <dgm:cxn modelId="{6548AD0D-C3CE-43C7-BE3B-E28395B18F3D}" type="presParOf" srcId="{BC7B563F-8A57-4436-B18A-3C885F0A18B6}" destId="{925FAF1F-558C-4C1B-8102-91C838004266}" srcOrd="0" destOrd="0" presId="urn:microsoft.com/office/officeart/2005/8/layout/hierarchy2"/>
    <dgm:cxn modelId="{9AD94AE1-808E-4B53-962F-28E0ABE160B4}" type="presParOf" srcId="{887D4788-B573-4A63-8797-0C739CF98AC2}" destId="{175156FC-58F4-4F38-A32F-B3B039A63894}" srcOrd="7" destOrd="0" presId="urn:microsoft.com/office/officeart/2005/8/layout/hierarchy2"/>
    <dgm:cxn modelId="{59DBF5DD-F801-42C6-AC66-83FDC5A35F9F}" type="presParOf" srcId="{175156FC-58F4-4F38-A32F-B3B039A63894}" destId="{9A7A6486-986E-431A-ABA8-0DFACBC23A21}" srcOrd="0" destOrd="0" presId="urn:microsoft.com/office/officeart/2005/8/layout/hierarchy2"/>
    <dgm:cxn modelId="{695E3B75-15D9-4AEF-8200-8F176DA221C9}" type="presParOf" srcId="{175156FC-58F4-4F38-A32F-B3B039A63894}" destId="{31981175-833F-4118-81E1-9B2284411678}" srcOrd="1" destOrd="0" presId="urn:microsoft.com/office/officeart/2005/8/layout/hierarchy2"/>
    <dgm:cxn modelId="{02BC9BE5-2ACE-4109-B24B-3F0BCA02CFC9}" type="presParOf" srcId="{2BE38315-7BCD-4129-9B5A-11744CE5CE49}" destId="{520E8165-CD2D-44A3-B609-D8E81955E3D1}" srcOrd="1" destOrd="0" presId="urn:microsoft.com/office/officeart/2005/8/layout/hierarchy2"/>
    <dgm:cxn modelId="{E8BF2792-DA7D-4BE2-9AD3-212C55D357E7}" type="presParOf" srcId="{520E8165-CD2D-44A3-B609-D8E81955E3D1}" destId="{681C4742-4A1E-41E6-AE1E-90F46BE5F1DC}" srcOrd="0" destOrd="0" presId="urn:microsoft.com/office/officeart/2005/8/layout/hierarchy2"/>
    <dgm:cxn modelId="{F74B1A64-6522-4EFD-9F59-0BD10F61BA3C}" type="presParOf" srcId="{520E8165-CD2D-44A3-B609-D8E81955E3D1}" destId="{31A65520-6DE1-4665-97E9-CA11CF2EECA2}" srcOrd="1" destOrd="0" presId="urn:microsoft.com/office/officeart/2005/8/layout/hierarchy2"/>
    <dgm:cxn modelId="{30797F17-E671-407D-AD11-B731C72117E6}" type="presParOf" srcId="{31A65520-6DE1-4665-97E9-CA11CF2EECA2}" destId="{F6547652-84B3-4599-8A99-74EF74030688}" srcOrd="0" destOrd="0" presId="urn:microsoft.com/office/officeart/2005/8/layout/hierarchy2"/>
    <dgm:cxn modelId="{D8FEAA21-B93B-4879-A151-F1D4AF223CE6}" type="presParOf" srcId="{F6547652-84B3-4599-8A99-74EF74030688}" destId="{93DD7A3E-264D-42F3-A1E3-5FE7C06002FE}" srcOrd="0" destOrd="0" presId="urn:microsoft.com/office/officeart/2005/8/layout/hierarchy2"/>
    <dgm:cxn modelId="{84F4FCB1-8B4F-4745-9F9B-D571DED2D037}" type="presParOf" srcId="{31A65520-6DE1-4665-97E9-CA11CF2EECA2}" destId="{99D338A2-D53F-4865-A82A-406735C59A61}" srcOrd="1" destOrd="0" presId="urn:microsoft.com/office/officeart/2005/8/layout/hierarchy2"/>
    <dgm:cxn modelId="{C729011C-DAD1-4649-AB3A-5FEF7B9FBB03}" type="presParOf" srcId="{99D338A2-D53F-4865-A82A-406735C59A61}" destId="{74443F87-A226-4C4E-AB75-3F0CBEFE610E}" srcOrd="0" destOrd="0" presId="urn:microsoft.com/office/officeart/2005/8/layout/hierarchy2"/>
    <dgm:cxn modelId="{71C184CF-5B32-4CD4-95D1-8FEF5F1ACACF}" type="presParOf" srcId="{99D338A2-D53F-4865-A82A-406735C59A61}" destId="{DD497749-6968-4BCA-BC08-A9E48F477AED}" srcOrd="1" destOrd="0" presId="urn:microsoft.com/office/officeart/2005/8/layout/hierarchy2"/>
    <dgm:cxn modelId="{4D9A6D68-6EB7-445F-B3D6-14CED48CA415}" type="presParOf" srcId="{DD497749-6968-4BCA-BC08-A9E48F477AED}" destId="{E9EE8232-C23C-4FC1-A80C-331A84848ACC}" srcOrd="0" destOrd="0" presId="urn:microsoft.com/office/officeart/2005/8/layout/hierarchy2"/>
    <dgm:cxn modelId="{1FC32580-A4D2-42A5-BE2C-CDD43CDE4C37}" type="presParOf" srcId="{E9EE8232-C23C-4FC1-A80C-331A84848ACC}" destId="{B31ABFEA-C2D4-4AA4-ADFE-1639212B551C}" srcOrd="0" destOrd="0" presId="urn:microsoft.com/office/officeart/2005/8/layout/hierarchy2"/>
    <dgm:cxn modelId="{F454D448-F4B2-4C88-958A-0B92BFCBCFC7}" type="presParOf" srcId="{DD497749-6968-4BCA-BC08-A9E48F477AED}" destId="{44EDE4D1-4661-4238-BC39-19EDE02FDFE4}" srcOrd="1" destOrd="0" presId="urn:microsoft.com/office/officeart/2005/8/layout/hierarchy2"/>
    <dgm:cxn modelId="{8F5C697A-C93B-47D2-BDEC-D90B9D932B50}" type="presParOf" srcId="{44EDE4D1-4661-4238-BC39-19EDE02FDFE4}" destId="{603863AD-02F1-428F-B306-A58CBA8F9491}" srcOrd="0" destOrd="0" presId="urn:microsoft.com/office/officeart/2005/8/layout/hierarchy2"/>
    <dgm:cxn modelId="{35036767-EA1B-4055-9CB2-F5287F721DF7}" type="presParOf" srcId="{44EDE4D1-4661-4238-BC39-19EDE02FDFE4}" destId="{E3DF518A-8216-4879-97AD-0B657584DFD9}" srcOrd="1" destOrd="0" presId="urn:microsoft.com/office/officeart/2005/8/layout/hierarchy2"/>
    <dgm:cxn modelId="{6C6FB169-7ED6-4180-866E-7FA20A36C6AB}" type="presParOf" srcId="{31A65520-6DE1-4665-97E9-CA11CF2EECA2}" destId="{E7A3D5E5-7B30-46EA-B779-EAB1515ED81A}" srcOrd="2" destOrd="0" presId="urn:microsoft.com/office/officeart/2005/8/layout/hierarchy2"/>
    <dgm:cxn modelId="{D5E66711-0BF4-4447-8901-49C9E60E26E6}" type="presParOf" srcId="{E7A3D5E5-7B30-46EA-B779-EAB1515ED81A}" destId="{901ADBAE-3B69-4930-86B4-4D050A467B92}" srcOrd="0" destOrd="0" presId="urn:microsoft.com/office/officeart/2005/8/layout/hierarchy2"/>
    <dgm:cxn modelId="{96C00FFB-0D33-4A48-B09A-7165AAC85FEF}" type="presParOf" srcId="{31A65520-6DE1-4665-97E9-CA11CF2EECA2}" destId="{36EEDE3E-94AA-40DE-9350-147E2539E37E}" srcOrd="3" destOrd="0" presId="urn:microsoft.com/office/officeart/2005/8/layout/hierarchy2"/>
    <dgm:cxn modelId="{C2C47944-2BC4-42A1-ABE0-95A5A5537F91}" type="presParOf" srcId="{36EEDE3E-94AA-40DE-9350-147E2539E37E}" destId="{86FF1256-8F88-4293-9074-A191F3EF31AD}" srcOrd="0" destOrd="0" presId="urn:microsoft.com/office/officeart/2005/8/layout/hierarchy2"/>
    <dgm:cxn modelId="{251FC467-C390-449B-93F3-BAE47BD1BA11}" type="presParOf" srcId="{36EEDE3E-94AA-40DE-9350-147E2539E37E}" destId="{01E04135-7D75-4988-A159-FA9663CD2F10}" srcOrd="1" destOrd="0" presId="urn:microsoft.com/office/officeart/2005/8/layout/hierarchy2"/>
    <dgm:cxn modelId="{5E1771A0-C881-442B-9FF1-803A6439B690}" type="presParOf" srcId="{2BE38315-7BCD-4129-9B5A-11744CE5CE49}" destId="{C955CE90-E79B-4612-969A-433AF279B0CE}" srcOrd="2" destOrd="0" presId="urn:microsoft.com/office/officeart/2005/8/layout/hierarchy2"/>
    <dgm:cxn modelId="{B89BF01C-D41D-4E45-906F-B2CE4EC64414}" type="presParOf" srcId="{C955CE90-E79B-4612-969A-433AF279B0CE}" destId="{7CC32F76-F3A1-47FB-9BB0-4BC51D9FF4E6}" srcOrd="0" destOrd="0" presId="urn:microsoft.com/office/officeart/2005/8/layout/hierarchy2"/>
    <dgm:cxn modelId="{00C92F90-72B5-4E8E-8BF3-28809A9ADE48}" type="presParOf" srcId="{C955CE90-E79B-4612-969A-433AF279B0CE}" destId="{C393AEB4-F4C1-4A3C-BCEA-F209699F65A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ED3411-6D75-4C86-9D9F-7410F8847CDB}" type="doc">
      <dgm:prSet loTypeId="urn:microsoft.com/office/officeart/2005/8/layout/hProcess3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9247C66D-0AFA-443E-8B98-B99543B55913}">
      <dgm:prSet phldrT="[Text]" phldr="0"/>
      <dgm:spPr/>
      <dgm:t>
        <a:bodyPr/>
        <a:lstStyle/>
        <a:p>
          <a:r>
            <a:rPr lang="en-US" dirty="0"/>
            <a:t>ADAPTION</a:t>
          </a:r>
        </a:p>
      </dgm:t>
    </dgm:pt>
    <dgm:pt modelId="{52952A39-2653-457C-BA9D-44D67852B987}" type="parTrans" cxnId="{977B1A3E-BD74-40AD-85E9-9281F7117A21}">
      <dgm:prSet/>
      <dgm:spPr/>
      <dgm:t>
        <a:bodyPr/>
        <a:lstStyle/>
        <a:p>
          <a:endParaRPr lang="en-US"/>
        </a:p>
      </dgm:t>
    </dgm:pt>
    <dgm:pt modelId="{CDD8DF00-9FDF-49A9-84EF-F3C97351D336}" type="sibTrans" cxnId="{977B1A3E-BD74-40AD-85E9-9281F7117A21}">
      <dgm:prSet/>
      <dgm:spPr/>
      <dgm:t>
        <a:bodyPr/>
        <a:lstStyle/>
        <a:p>
          <a:endParaRPr lang="en-US"/>
        </a:p>
      </dgm:t>
    </dgm:pt>
    <dgm:pt modelId="{513A89B0-A5C4-4462-A4F1-A9982F5F7682}" type="pres">
      <dgm:prSet presAssocID="{13ED3411-6D75-4C86-9D9F-7410F8847CDB}" presName="Name0" presStyleCnt="0">
        <dgm:presLayoutVars>
          <dgm:dir/>
          <dgm:animLvl val="lvl"/>
          <dgm:resizeHandles val="exact"/>
        </dgm:presLayoutVars>
      </dgm:prSet>
      <dgm:spPr/>
    </dgm:pt>
    <dgm:pt modelId="{DE3E4891-B15B-4146-8E07-0CB28646EB09}" type="pres">
      <dgm:prSet presAssocID="{13ED3411-6D75-4C86-9D9F-7410F8847CDB}" presName="dummy" presStyleCnt="0"/>
      <dgm:spPr/>
    </dgm:pt>
    <dgm:pt modelId="{66BBDA08-8064-43CB-8939-3EA4F1A93B21}" type="pres">
      <dgm:prSet presAssocID="{13ED3411-6D75-4C86-9D9F-7410F8847CDB}" presName="linH" presStyleCnt="0"/>
      <dgm:spPr/>
    </dgm:pt>
    <dgm:pt modelId="{3AC2C738-682F-494C-B96C-CD9346D975D7}" type="pres">
      <dgm:prSet presAssocID="{13ED3411-6D75-4C86-9D9F-7410F8847CDB}" presName="padding1" presStyleCnt="0"/>
      <dgm:spPr/>
    </dgm:pt>
    <dgm:pt modelId="{6560ADA8-CE86-4901-A7A0-B71FA7B5AAE0}" type="pres">
      <dgm:prSet presAssocID="{9247C66D-0AFA-443E-8B98-B99543B55913}" presName="linV" presStyleCnt="0"/>
      <dgm:spPr/>
    </dgm:pt>
    <dgm:pt modelId="{5D75B7AF-3B06-4A4A-BC40-60AD4AD50A6B}" type="pres">
      <dgm:prSet presAssocID="{9247C66D-0AFA-443E-8B98-B99543B55913}" presName="spVertical1" presStyleCnt="0"/>
      <dgm:spPr/>
    </dgm:pt>
    <dgm:pt modelId="{DC9F2FDB-4F4A-4FF6-8463-32D32154171B}" type="pres">
      <dgm:prSet presAssocID="{9247C66D-0AFA-443E-8B98-B99543B55913}" presName="parTx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72C9771B-6640-4C16-A88F-06C6FAFCA655}" type="pres">
      <dgm:prSet presAssocID="{9247C66D-0AFA-443E-8B98-B99543B55913}" presName="spVertical2" presStyleCnt="0"/>
      <dgm:spPr/>
    </dgm:pt>
    <dgm:pt modelId="{8ADE062E-7319-48C6-A87E-697F993FEED3}" type="pres">
      <dgm:prSet presAssocID="{9247C66D-0AFA-443E-8B98-B99543B55913}" presName="spVertical3" presStyleCnt="0"/>
      <dgm:spPr/>
    </dgm:pt>
    <dgm:pt modelId="{40F424DA-C259-48F3-9363-75357CC9C09B}" type="pres">
      <dgm:prSet presAssocID="{13ED3411-6D75-4C86-9D9F-7410F8847CDB}" presName="padding2" presStyleCnt="0"/>
      <dgm:spPr/>
    </dgm:pt>
    <dgm:pt modelId="{18BED0F9-7DB7-4430-8C90-12490CED0369}" type="pres">
      <dgm:prSet presAssocID="{13ED3411-6D75-4C86-9D9F-7410F8847CDB}" presName="negArrow" presStyleCnt="0"/>
      <dgm:spPr/>
    </dgm:pt>
    <dgm:pt modelId="{E9740A75-0C77-44F6-9057-04EA24F821FE}" type="pres">
      <dgm:prSet presAssocID="{13ED3411-6D75-4C86-9D9F-7410F8847CDB}" presName="backgroundArrow" presStyleLbl="node1" presStyleIdx="0" presStyleCnt="1"/>
      <dgm:spPr/>
    </dgm:pt>
  </dgm:ptLst>
  <dgm:cxnLst>
    <dgm:cxn modelId="{6EB8A92A-4007-4837-BB26-16FE5AE73615}" type="presOf" srcId="{9247C66D-0AFA-443E-8B98-B99543B55913}" destId="{DC9F2FDB-4F4A-4FF6-8463-32D32154171B}" srcOrd="0" destOrd="0" presId="urn:microsoft.com/office/officeart/2005/8/layout/hProcess3"/>
    <dgm:cxn modelId="{977B1A3E-BD74-40AD-85E9-9281F7117A21}" srcId="{13ED3411-6D75-4C86-9D9F-7410F8847CDB}" destId="{9247C66D-0AFA-443E-8B98-B99543B55913}" srcOrd="0" destOrd="0" parTransId="{52952A39-2653-457C-BA9D-44D67852B987}" sibTransId="{CDD8DF00-9FDF-49A9-84EF-F3C97351D336}"/>
    <dgm:cxn modelId="{431DD695-9906-4234-B438-C201FB86DB98}" type="presOf" srcId="{13ED3411-6D75-4C86-9D9F-7410F8847CDB}" destId="{513A89B0-A5C4-4462-A4F1-A9982F5F7682}" srcOrd="0" destOrd="0" presId="urn:microsoft.com/office/officeart/2005/8/layout/hProcess3"/>
    <dgm:cxn modelId="{F3DBFBC8-7C57-4D0C-AD37-CD4D4910A1D0}" type="presParOf" srcId="{513A89B0-A5C4-4462-A4F1-A9982F5F7682}" destId="{DE3E4891-B15B-4146-8E07-0CB28646EB09}" srcOrd="0" destOrd="0" presId="urn:microsoft.com/office/officeart/2005/8/layout/hProcess3"/>
    <dgm:cxn modelId="{A40D8735-DED8-410B-AB5E-06EA5B71C440}" type="presParOf" srcId="{513A89B0-A5C4-4462-A4F1-A9982F5F7682}" destId="{66BBDA08-8064-43CB-8939-3EA4F1A93B21}" srcOrd="1" destOrd="0" presId="urn:microsoft.com/office/officeart/2005/8/layout/hProcess3"/>
    <dgm:cxn modelId="{B0AC39B0-AFCE-4A64-A7F6-AD62B5DDF636}" type="presParOf" srcId="{66BBDA08-8064-43CB-8939-3EA4F1A93B21}" destId="{3AC2C738-682F-494C-B96C-CD9346D975D7}" srcOrd="0" destOrd="0" presId="urn:microsoft.com/office/officeart/2005/8/layout/hProcess3"/>
    <dgm:cxn modelId="{2A18120F-52AF-4A97-AA9D-CD8B41CBFF9A}" type="presParOf" srcId="{66BBDA08-8064-43CB-8939-3EA4F1A93B21}" destId="{6560ADA8-CE86-4901-A7A0-B71FA7B5AAE0}" srcOrd="1" destOrd="0" presId="urn:microsoft.com/office/officeart/2005/8/layout/hProcess3"/>
    <dgm:cxn modelId="{2BD50B38-DF22-42D7-9729-2760216C0381}" type="presParOf" srcId="{6560ADA8-CE86-4901-A7A0-B71FA7B5AAE0}" destId="{5D75B7AF-3B06-4A4A-BC40-60AD4AD50A6B}" srcOrd="0" destOrd="0" presId="urn:microsoft.com/office/officeart/2005/8/layout/hProcess3"/>
    <dgm:cxn modelId="{D040C852-3C6F-44B0-8BE5-8492FB0FE8C1}" type="presParOf" srcId="{6560ADA8-CE86-4901-A7A0-B71FA7B5AAE0}" destId="{DC9F2FDB-4F4A-4FF6-8463-32D32154171B}" srcOrd="1" destOrd="0" presId="urn:microsoft.com/office/officeart/2005/8/layout/hProcess3"/>
    <dgm:cxn modelId="{9924E2D1-08FB-421C-BE8C-8828262815C6}" type="presParOf" srcId="{6560ADA8-CE86-4901-A7A0-B71FA7B5AAE0}" destId="{72C9771B-6640-4C16-A88F-06C6FAFCA655}" srcOrd="2" destOrd="0" presId="urn:microsoft.com/office/officeart/2005/8/layout/hProcess3"/>
    <dgm:cxn modelId="{52182B6C-6A3F-493F-AF96-D58FE824ED22}" type="presParOf" srcId="{6560ADA8-CE86-4901-A7A0-B71FA7B5AAE0}" destId="{8ADE062E-7319-48C6-A87E-697F993FEED3}" srcOrd="3" destOrd="0" presId="urn:microsoft.com/office/officeart/2005/8/layout/hProcess3"/>
    <dgm:cxn modelId="{3CAA2023-97F5-4F60-AC09-A959C3B42C0C}" type="presParOf" srcId="{66BBDA08-8064-43CB-8939-3EA4F1A93B21}" destId="{40F424DA-C259-48F3-9363-75357CC9C09B}" srcOrd="2" destOrd="0" presId="urn:microsoft.com/office/officeart/2005/8/layout/hProcess3"/>
    <dgm:cxn modelId="{DCF79EBD-B926-4D1C-9837-2E9086F0DE02}" type="presParOf" srcId="{66BBDA08-8064-43CB-8939-3EA4F1A93B21}" destId="{18BED0F9-7DB7-4430-8C90-12490CED0369}" srcOrd="3" destOrd="0" presId="urn:microsoft.com/office/officeart/2005/8/layout/hProcess3"/>
    <dgm:cxn modelId="{B445E99B-CE80-4451-BE6C-29DAA4B1B723}" type="presParOf" srcId="{66BBDA08-8064-43CB-8939-3EA4F1A93B21}" destId="{E9740A75-0C77-44F6-9057-04EA24F821FE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9A1C8-00E6-4232-9AA6-B0B063E69DB6}">
      <dsp:nvSpPr>
        <dsp:cNvPr id="0" name=""/>
        <dsp:cNvSpPr/>
      </dsp:nvSpPr>
      <dsp:spPr>
        <a:xfrm>
          <a:off x="445941" y="1180148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Browallia New"/>
              <a:ea typeface="+mn-ea"/>
              <a:cs typeface="Browallia New"/>
            </a:rPr>
            <a:t>RAW UNIDIRECTIONAL   PACKET STREAM</a:t>
          </a:r>
        </a:p>
      </dsp:txBody>
      <dsp:txXfrm>
        <a:off x="465965" y="1200172"/>
        <a:ext cx="1327300" cy="643626"/>
      </dsp:txXfrm>
    </dsp:sp>
    <dsp:sp modelId="{A7526C9F-12E4-4EE7-B7C4-9C2319190911}">
      <dsp:nvSpPr>
        <dsp:cNvPr id="0" name=""/>
        <dsp:cNvSpPr/>
      </dsp:nvSpPr>
      <dsp:spPr>
        <a:xfrm>
          <a:off x="1813289" y="1509702"/>
          <a:ext cx="546939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46939" y="12282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073086" y="1508311"/>
        <a:ext cx="27346" cy="27346"/>
      </dsp:txXfrm>
    </dsp:sp>
    <dsp:sp modelId="{2D103576-0AC7-4629-B80A-749542D18745}">
      <dsp:nvSpPr>
        <dsp:cNvPr id="0" name=""/>
        <dsp:cNvSpPr/>
      </dsp:nvSpPr>
      <dsp:spPr>
        <a:xfrm>
          <a:off x="2360229" y="1180148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Browallia New"/>
              <a:ea typeface="+mn-ea"/>
              <a:cs typeface="Browallia New"/>
            </a:rPr>
            <a:t>STATELESS FLOW   ENGINE</a:t>
          </a:r>
          <a:r>
            <a:rPr lang="en-GB" sz="1050" kern="1200" dirty="0">
              <a:latin typeface="Browallia New"/>
              <a:ea typeface="+mn-ea"/>
              <a:cs typeface="Browallia New"/>
            </a:rPr>
            <a:t> </a:t>
          </a:r>
          <a:r>
            <a:rPr lang="en-GB" sz="1400" kern="1200" dirty="0">
              <a:latin typeface="Browallia New"/>
              <a:ea typeface="+mn-ea"/>
              <a:cs typeface="Browallia New"/>
            </a:rPr>
            <a:t>(Scapy/C++)</a:t>
          </a:r>
        </a:p>
      </dsp:txBody>
      <dsp:txXfrm>
        <a:off x="2380253" y="1200172"/>
        <a:ext cx="1327300" cy="643626"/>
      </dsp:txXfrm>
    </dsp:sp>
    <dsp:sp modelId="{9783D480-DC75-4550-B396-DC1C92E8914D}">
      <dsp:nvSpPr>
        <dsp:cNvPr id="0" name=""/>
        <dsp:cNvSpPr/>
      </dsp:nvSpPr>
      <dsp:spPr>
        <a:xfrm rot="17692822">
          <a:off x="3351051" y="920033"/>
          <a:ext cx="1299992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1299992" y="12282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68547" y="899816"/>
        <a:ext cx="64999" cy="64999"/>
      </dsp:txXfrm>
    </dsp:sp>
    <dsp:sp modelId="{F393C4F8-B316-4A14-9138-973BEC27AEEF}">
      <dsp:nvSpPr>
        <dsp:cNvPr id="0" name=""/>
        <dsp:cNvSpPr/>
      </dsp:nvSpPr>
      <dsp:spPr>
        <a:xfrm>
          <a:off x="4274517" y="810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Browallia New"/>
              <a:ea typeface="+mn-ea"/>
              <a:cs typeface="Browallia New"/>
            </a:rPr>
            <a:t>Statistical Detector (A</a:t>
          </a:r>
          <a:r>
            <a:rPr lang="en-GB" sz="1800" kern="1200" baseline="-25000" dirty="0">
              <a:latin typeface="Browallia New"/>
              <a:ea typeface="+mn-ea"/>
              <a:cs typeface="Browallia New"/>
            </a:rPr>
            <a:t>stat </a:t>
          </a:r>
          <a:r>
            <a:rPr lang="en-GB" sz="1800" kern="1200" baseline="0" dirty="0">
              <a:latin typeface="Browallia New"/>
              <a:ea typeface="+mn-ea"/>
              <a:cs typeface="Browallia New"/>
            </a:rPr>
            <a:t>)</a:t>
          </a:r>
          <a:endParaRPr lang="en-GB" sz="1800" kern="1200" dirty="0">
            <a:latin typeface="Browallia New"/>
            <a:cs typeface="Browallia New"/>
          </a:endParaRPr>
        </a:p>
      </dsp:txBody>
      <dsp:txXfrm>
        <a:off x="4294541" y="20834"/>
        <a:ext cx="1327300" cy="643626"/>
      </dsp:txXfrm>
    </dsp:sp>
    <dsp:sp modelId="{513DC2B7-FBAF-4484-A4E2-0E57ED231C5C}">
      <dsp:nvSpPr>
        <dsp:cNvPr id="0" name=""/>
        <dsp:cNvSpPr/>
      </dsp:nvSpPr>
      <dsp:spPr>
        <a:xfrm rot="19457599">
          <a:off x="3664268" y="1313146"/>
          <a:ext cx="673557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673557" y="12282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84208" y="1308590"/>
        <a:ext cx="33677" cy="33677"/>
      </dsp:txXfrm>
    </dsp:sp>
    <dsp:sp modelId="{2B21D00B-0656-46A0-91A3-E8131BC5915C}">
      <dsp:nvSpPr>
        <dsp:cNvPr id="0" name=""/>
        <dsp:cNvSpPr/>
      </dsp:nvSpPr>
      <dsp:spPr>
        <a:xfrm>
          <a:off x="4274517" y="787035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>
              <a:latin typeface="Browallia New"/>
              <a:ea typeface="+mn-ea"/>
              <a:cs typeface="Browallia New"/>
            </a:rPr>
            <a:t>Isolation Forest </a:t>
          </a:r>
          <a:r>
            <a:rPr lang="en-GB" sz="2100" kern="1200" dirty="0">
              <a:latin typeface="Browallia New"/>
              <a:ea typeface="Calibri"/>
              <a:cs typeface="Browallia New"/>
            </a:rPr>
            <a:t>(</a:t>
          </a:r>
          <a:r>
            <a:rPr lang="en-GB" sz="2100" kern="1200" baseline="0" dirty="0">
              <a:latin typeface="Browallia New"/>
              <a:ea typeface="Calibri"/>
              <a:cs typeface="Browallia New"/>
            </a:rPr>
            <a:t>A</a:t>
          </a:r>
          <a:r>
            <a:rPr lang="en-GB" sz="2100" kern="1200" baseline="-25000" dirty="0">
              <a:latin typeface="Browallia New"/>
              <a:ea typeface="Calibri"/>
              <a:cs typeface="Browallia New"/>
            </a:rPr>
            <a:t>IF </a:t>
          </a:r>
          <a:r>
            <a:rPr lang="en-GB" sz="2100" kern="1200" dirty="0">
              <a:latin typeface="Browallia New"/>
              <a:ea typeface="Calibri"/>
              <a:cs typeface="Browallia New"/>
            </a:rPr>
            <a:t>)</a:t>
          </a:r>
          <a:endParaRPr lang="en-US" sz="2100" kern="1200" dirty="0">
            <a:latin typeface="Browallia New"/>
            <a:ea typeface="Calibri"/>
            <a:cs typeface="Browallia New"/>
          </a:endParaRPr>
        </a:p>
      </dsp:txBody>
      <dsp:txXfrm>
        <a:off x="4294541" y="807059"/>
        <a:ext cx="1327300" cy="643626"/>
      </dsp:txXfrm>
    </dsp:sp>
    <dsp:sp modelId="{B8FEA0DF-873E-45D0-8F4E-7322A37F52F1}">
      <dsp:nvSpPr>
        <dsp:cNvPr id="0" name=""/>
        <dsp:cNvSpPr/>
      </dsp:nvSpPr>
      <dsp:spPr>
        <a:xfrm rot="2142401">
          <a:off x="3664268" y="1706258"/>
          <a:ext cx="673557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673557" y="12282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84208" y="1701702"/>
        <a:ext cx="33677" cy="33677"/>
      </dsp:txXfrm>
    </dsp:sp>
    <dsp:sp modelId="{119B16C7-2CF4-45B1-A1E0-5D387DF23FF4}">
      <dsp:nvSpPr>
        <dsp:cNvPr id="0" name=""/>
        <dsp:cNvSpPr/>
      </dsp:nvSpPr>
      <dsp:spPr>
        <a:xfrm>
          <a:off x="4274517" y="1573260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>
              <a:latin typeface="Browallia New"/>
              <a:ea typeface="+mn-ea"/>
              <a:cs typeface="Browallia New"/>
            </a:rPr>
            <a:t>1D Casual TCN</a:t>
          </a:r>
          <a:r>
            <a:rPr lang="en-GB" sz="2100" kern="1200" dirty="0">
              <a:latin typeface="Browallia New"/>
              <a:cs typeface="Browallia New"/>
            </a:rPr>
            <a:t> (A</a:t>
          </a:r>
          <a:r>
            <a:rPr lang="en-GB" sz="2100" kern="1200" baseline="-25000" dirty="0">
              <a:latin typeface="Browallia New"/>
              <a:cs typeface="Browallia New"/>
            </a:rPr>
            <a:t>TCN</a:t>
          </a:r>
          <a:r>
            <a:rPr lang="en-GB" sz="2100" kern="1200" dirty="0">
              <a:latin typeface="Browallia New"/>
              <a:cs typeface="Browallia New"/>
            </a:rPr>
            <a:t>) </a:t>
          </a:r>
        </a:p>
      </dsp:txBody>
      <dsp:txXfrm>
        <a:off x="4294541" y="1593284"/>
        <a:ext cx="1327300" cy="643626"/>
      </dsp:txXfrm>
    </dsp:sp>
    <dsp:sp modelId="{BC7B563F-8A57-4436-B18A-3C885F0A18B6}">
      <dsp:nvSpPr>
        <dsp:cNvPr id="0" name=""/>
        <dsp:cNvSpPr/>
      </dsp:nvSpPr>
      <dsp:spPr>
        <a:xfrm rot="3907178">
          <a:off x="3351051" y="2099371"/>
          <a:ext cx="1299992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1299992" y="12282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68547" y="2079154"/>
        <a:ext cx="64999" cy="64999"/>
      </dsp:txXfrm>
    </dsp:sp>
    <dsp:sp modelId="{9A7A6486-986E-431A-ABA8-0DFACBC23A21}">
      <dsp:nvSpPr>
        <dsp:cNvPr id="0" name=""/>
        <dsp:cNvSpPr/>
      </dsp:nvSpPr>
      <dsp:spPr>
        <a:xfrm>
          <a:off x="4274517" y="2359486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>
              <a:latin typeface="Browallia New"/>
              <a:ea typeface="+mn-ea"/>
              <a:cs typeface="Browallia New"/>
            </a:rPr>
            <a:t>Louvian</a:t>
          </a:r>
          <a:r>
            <a:rPr lang="en-GB" sz="2100" kern="1200" dirty="0">
              <a:latin typeface="Browallia New"/>
              <a:ea typeface="+mn-ea"/>
              <a:cs typeface="Browallia New"/>
            </a:rPr>
            <a:t> Graph </a:t>
          </a:r>
          <a:r>
            <a:rPr lang="en-GB" sz="2100" kern="1200" dirty="0">
              <a:latin typeface="Browallia New"/>
              <a:cs typeface="Browallia New"/>
            </a:rPr>
            <a:t>(</a:t>
          </a:r>
          <a:r>
            <a:rPr lang="en-GB" sz="2100" kern="1200" dirty="0" err="1">
              <a:latin typeface="Browallia New"/>
              <a:cs typeface="Browallia New"/>
            </a:rPr>
            <a:t>A</a:t>
          </a:r>
          <a:r>
            <a:rPr lang="en-GB" sz="2100" kern="1200" baseline="-25000" dirty="0" err="1">
              <a:latin typeface="Browallia New"/>
              <a:cs typeface="Browallia New"/>
            </a:rPr>
            <a:t>graph</a:t>
          </a:r>
          <a:r>
            <a:rPr lang="en-GB" sz="2100" kern="1200" dirty="0">
              <a:latin typeface="Browallia New"/>
              <a:cs typeface="Browallia New"/>
            </a:rPr>
            <a:t>)</a:t>
          </a:r>
        </a:p>
      </dsp:txBody>
      <dsp:txXfrm>
        <a:off x="4294541" y="2379510"/>
        <a:ext cx="1327300" cy="643626"/>
      </dsp:txXfrm>
    </dsp:sp>
    <dsp:sp modelId="{681C4742-4A1E-41E6-AE1E-90F46BE5F1DC}">
      <dsp:nvSpPr>
        <dsp:cNvPr id="0" name=""/>
        <dsp:cNvSpPr/>
      </dsp:nvSpPr>
      <dsp:spPr>
        <a:xfrm>
          <a:off x="445941" y="3538824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Browallia New"/>
              <a:ea typeface="+mn-ea"/>
              <a:cs typeface="Browallia New"/>
            </a:rPr>
            <a:t>WEIGHTED PARALLEL  SCORE FUSION</a:t>
          </a:r>
          <a:endParaRPr lang="en-GB" sz="1600" b="0" kern="1200" baseline="0" dirty="0">
            <a:latin typeface="Browallia New"/>
            <a:ea typeface="+mn-ea"/>
            <a:cs typeface="Browallia New"/>
          </a:endParaRPr>
        </a:p>
      </dsp:txBody>
      <dsp:txXfrm>
        <a:off x="465965" y="3558848"/>
        <a:ext cx="1327300" cy="643626"/>
      </dsp:txXfrm>
    </dsp:sp>
    <dsp:sp modelId="{F6547652-84B3-4599-8A99-74EF74030688}">
      <dsp:nvSpPr>
        <dsp:cNvPr id="0" name=""/>
        <dsp:cNvSpPr/>
      </dsp:nvSpPr>
      <dsp:spPr>
        <a:xfrm rot="19457599">
          <a:off x="1749980" y="3671822"/>
          <a:ext cx="673557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673557" y="12282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069920" y="3667266"/>
        <a:ext cx="33677" cy="33677"/>
      </dsp:txXfrm>
    </dsp:sp>
    <dsp:sp modelId="{74443F87-A226-4C4E-AB75-3F0CBEFE610E}">
      <dsp:nvSpPr>
        <dsp:cNvPr id="0" name=""/>
        <dsp:cNvSpPr/>
      </dsp:nvSpPr>
      <dsp:spPr>
        <a:xfrm>
          <a:off x="2360229" y="3145711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baseline="0" dirty="0">
              <a:latin typeface="Browallia New"/>
              <a:ea typeface="+mn-ea"/>
              <a:cs typeface="Browallia New"/>
            </a:rPr>
            <a:t>Threat Mapper</a:t>
          </a:r>
          <a:br>
            <a:rPr lang="en-GB" sz="1600" b="1" kern="1200" baseline="0" dirty="0">
              <a:latin typeface="Browallia New"/>
              <a:ea typeface="+mn-ea"/>
              <a:cs typeface="Browallia New"/>
            </a:rPr>
          </a:br>
          <a:r>
            <a:rPr lang="en-GB" sz="1200" b="0" kern="1200" baseline="0" dirty="0">
              <a:latin typeface="Browallia New"/>
              <a:ea typeface="+mn-ea"/>
              <a:cs typeface="Browallia New"/>
            </a:rPr>
            <a:t>(C2, DDoS, etc)</a:t>
          </a:r>
          <a:endParaRPr lang="en-GB" sz="1200" kern="1200" dirty="0"/>
        </a:p>
      </dsp:txBody>
      <dsp:txXfrm>
        <a:off x="2380253" y="3165735"/>
        <a:ext cx="1327300" cy="643626"/>
      </dsp:txXfrm>
    </dsp:sp>
    <dsp:sp modelId="{E9EE8232-C23C-4FC1-A80C-331A84848ACC}">
      <dsp:nvSpPr>
        <dsp:cNvPr id="0" name=""/>
        <dsp:cNvSpPr/>
      </dsp:nvSpPr>
      <dsp:spPr>
        <a:xfrm>
          <a:off x="3727577" y="3475265"/>
          <a:ext cx="546939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46939" y="12282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87373" y="3473875"/>
        <a:ext cx="27346" cy="27346"/>
      </dsp:txXfrm>
    </dsp:sp>
    <dsp:sp modelId="{603863AD-02F1-428F-B306-A58CBA8F9491}">
      <dsp:nvSpPr>
        <dsp:cNvPr id="0" name=""/>
        <dsp:cNvSpPr/>
      </dsp:nvSpPr>
      <dsp:spPr>
        <a:xfrm>
          <a:off x="4274517" y="3145711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baseline="0" dirty="0">
              <a:latin typeface="Browallia New"/>
              <a:ea typeface="+mn-ea"/>
              <a:cs typeface="Browallia New"/>
            </a:rPr>
            <a:t>Blockchain Audit Cryptographic Ledger (Off-Path)</a:t>
          </a:r>
        </a:p>
      </dsp:txBody>
      <dsp:txXfrm>
        <a:off x="4294541" y="3165735"/>
        <a:ext cx="1327300" cy="643626"/>
      </dsp:txXfrm>
    </dsp:sp>
    <dsp:sp modelId="{E7A3D5E5-7B30-46EA-B779-EAB1515ED81A}">
      <dsp:nvSpPr>
        <dsp:cNvPr id="0" name=""/>
        <dsp:cNvSpPr/>
      </dsp:nvSpPr>
      <dsp:spPr>
        <a:xfrm rot="2142401">
          <a:off x="1749980" y="4064934"/>
          <a:ext cx="673557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673557" y="12282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069920" y="4060378"/>
        <a:ext cx="33677" cy="33677"/>
      </dsp:txXfrm>
    </dsp:sp>
    <dsp:sp modelId="{86FF1256-8F88-4293-9074-A191F3EF31AD}">
      <dsp:nvSpPr>
        <dsp:cNvPr id="0" name=""/>
        <dsp:cNvSpPr/>
      </dsp:nvSpPr>
      <dsp:spPr>
        <a:xfrm>
          <a:off x="2360229" y="3931936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baseline="0" dirty="0">
              <a:latin typeface="Browallia New"/>
              <a:ea typeface="+mn-ea"/>
              <a:cs typeface="Browallia New"/>
            </a:rPr>
            <a:t>Trajectory Model</a:t>
          </a:r>
        </a:p>
      </dsp:txBody>
      <dsp:txXfrm>
        <a:off x="2380253" y="3951960"/>
        <a:ext cx="1327300" cy="643626"/>
      </dsp:txXfrm>
    </dsp:sp>
    <dsp:sp modelId="{7CC32F76-F3A1-47FB-9BB0-4BC51D9FF4E6}">
      <dsp:nvSpPr>
        <dsp:cNvPr id="0" name=""/>
        <dsp:cNvSpPr/>
      </dsp:nvSpPr>
      <dsp:spPr>
        <a:xfrm>
          <a:off x="445941" y="4325049"/>
          <a:ext cx="1367348" cy="683674"/>
        </a:xfrm>
        <a:prstGeom prst="roundRect">
          <a:avLst>
            <a:gd name="adj" fmla="val 10000"/>
          </a:avLst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baseline="0" dirty="0">
              <a:latin typeface="Calibri"/>
              <a:ea typeface="Calibri"/>
              <a:cs typeface="Calibri"/>
            </a:rPr>
            <a:t>S</a:t>
          </a:r>
          <a:r>
            <a:rPr lang="en-GB" sz="1300" b="1" kern="1200" baseline="-25000" dirty="0">
              <a:latin typeface="Calibri"/>
              <a:ea typeface="Calibri"/>
              <a:cs typeface="Calibri"/>
            </a:rPr>
            <a:t>anom</a:t>
          </a:r>
          <a:r>
            <a:rPr lang="en-GB" sz="1300" b="1" kern="1200" baseline="0" dirty="0">
              <a:latin typeface="Calibri"/>
              <a:ea typeface="Calibri"/>
              <a:cs typeface="Calibri"/>
            </a:rPr>
            <a:t>=</a:t>
          </a:r>
          <a:br>
            <a:rPr lang="en-GB" sz="1300" b="1" kern="1200" baseline="0" dirty="0">
              <a:latin typeface="Calibri"/>
              <a:ea typeface="Calibri"/>
              <a:cs typeface="Calibri"/>
            </a:rPr>
          </a:br>
          <a:r>
            <a:rPr lang="en-GB" sz="1300" b="1" kern="1200" baseline="0" dirty="0">
              <a:latin typeface="Calibri"/>
              <a:ea typeface="Calibri"/>
              <a:cs typeface="Calibri"/>
            </a:rPr>
            <a:t> w</a:t>
          </a:r>
          <a:r>
            <a:rPr lang="en-GB" sz="1300" b="1" kern="1200" baseline="-25000" dirty="0">
              <a:latin typeface="Calibri"/>
              <a:ea typeface="Calibri"/>
              <a:cs typeface="Calibri"/>
            </a:rPr>
            <a:t>1</a:t>
          </a:r>
          <a:r>
            <a:rPr lang="en-GB" sz="1300" b="1" kern="1200" baseline="0" dirty="0">
              <a:latin typeface="Calibri"/>
              <a:ea typeface="Calibri"/>
              <a:cs typeface="Calibri"/>
            </a:rPr>
            <a:t>*A</a:t>
          </a:r>
          <a:r>
            <a:rPr lang="en-GB" sz="1300" b="1" kern="1200" baseline="-25000" dirty="0">
              <a:latin typeface="Calibri"/>
              <a:ea typeface="Calibri"/>
              <a:cs typeface="Calibri"/>
            </a:rPr>
            <a:t>stat</a:t>
          </a:r>
          <a:r>
            <a:rPr lang="en-GB" sz="1300" b="1" kern="1200" baseline="0" dirty="0">
              <a:latin typeface="Calibri"/>
              <a:ea typeface="Calibri"/>
              <a:cs typeface="Calibri"/>
            </a:rPr>
            <a:t>+w</a:t>
          </a:r>
          <a:r>
            <a:rPr lang="en-GB" sz="1300" b="1" kern="1200" baseline="-25000" dirty="0">
              <a:latin typeface="Calibri"/>
              <a:ea typeface="Calibri"/>
              <a:cs typeface="Calibri"/>
            </a:rPr>
            <a:t>2</a:t>
          </a:r>
          <a:r>
            <a:rPr lang="en-GB" sz="1300" b="1" kern="1200" baseline="0" dirty="0">
              <a:latin typeface="Calibri"/>
              <a:ea typeface="Calibri"/>
              <a:cs typeface="Calibri"/>
            </a:rPr>
            <a:t>*A</a:t>
          </a:r>
          <a:r>
            <a:rPr lang="en-GB" sz="1300" b="1" kern="1200" baseline="-25000" dirty="0">
              <a:latin typeface="Calibri"/>
              <a:ea typeface="Calibri"/>
              <a:cs typeface="Calibri"/>
            </a:rPr>
            <a:t>IF </a:t>
          </a:r>
          <a:r>
            <a:rPr lang="en-GB" sz="1300" b="1" kern="1200" baseline="0" dirty="0">
              <a:latin typeface="Calibri"/>
              <a:ea typeface="Calibri"/>
              <a:cs typeface="Calibri"/>
            </a:rPr>
            <a:t>+ …</a:t>
          </a:r>
          <a:endParaRPr lang="en-GB" sz="1300" b="1" kern="1200" dirty="0"/>
        </a:p>
      </dsp:txBody>
      <dsp:txXfrm>
        <a:off x="465965" y="4345073"/>
        <a:ext cx="1327300" cy="643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40A75-0C77-44F6-9057-04EA24F821FE}">
      <dsp:nvSpPr>
        <dsp:cNvPr id="0" name=""/>
        <dsp:cNvSpPr/>
      </dsp:nvSpPr>
      <dsp:spPr>
        <a:xfrm>
          <a:off x="0" y="21204"/>
          <a:ext cx="1578258" cy="936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F2FDB-4F4A-4FF6-8463-32D32154171B}">
      <dsp:nvSpPr>
        <dsp:cNvPr id="0" name=""/>
        <dsp:cNvSpPr/>
      </dsp:nvSpPr>
      <dsp:spPr>
        <a:xfrm>
          <a:off x="127308" y="255204"/>
          <a:ext cx="1293123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ADAPTION</a:t>
          </a:r>
        </a:p>
      </dsp:txBody>
      <dsp:txXfrm>
        <a:off x="127308" y="255204"/>
        <a:ext cx="1293123" cy="46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png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728371" y="1961573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6992" y="1063837"/>
            <a:ext cx="6541091" cy="461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: SIH26145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: AI-Based Detection of 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Threats in Unidirectional IP Traffic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: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: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EigenThinkers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22320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UniAethel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9260" y="34245"/>
            <a:ext cx="2200642" cy="66412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EigenThinkers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9" y="-4044"/>
            <a:ext cx="1649483" cy="77885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64A23EF-624C-D735-EF13-1A9C1230BC75}"/>
              </a:ext>
            </a:extLst>
          </p:cNvPr>
          <p:cNvSpPr txBox="1">
            <a:spLocks/>
          </p:cNvSpPr>
          <p:nvPr/>
        </p:nvSpPr>
        <p:spPr bwMode="auto">
          <a:xfrm>
            <a:off x="6813774" y="673005"/>
            <a:ext cx="4700057" cy="6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2800" b="1" dirty="0"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Our Solution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E0C226-BA2E-7C8F-2AF2-F7E768754C1C}"/>
              </a:ext>
            </a:extLst>
          </p:cNvPr>
          <p:cNvSpPr txBox="1"/>
          <p:nvPr/>
        </p:nvSpPr>
        <p:spPr>
          <a:xfrm>
            <a:off x="128564" y="1380632"/>
            <a:ext cx="57662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Failure of Traditional IDS Systems in critical networks like </a:t>
            </a:r>
            <a:r>
              <a:rPr lang="en-US" sz="1600" b="1" dirty="0"/>
              <a:t>Military</a:t>
            </a:r>
            <a:r>
              <a:rPr lang="en-US" sz="1600" dirty="0"/>
              <a:t> </a:t>
            </a:r>
            <a:r>
              <a:rPr lang="en-US" sz="1600" b="1" dirty="0" err="1"/>
              <a:t>Sytems</a:t>
            </a:r>
            <a:r>
              <a:rPr lang="en-US" sz="1600" dirty="0"/>
              <a:t> &amp; </a:t>
            </a:r>
            <a:r>
              <a:rPr lang="en-US" sz="1600" b="1" dirty="0"/>
              <a:t>Power</a:t>
            </a:r>
            <a:r>
              <a:rPr lang="en-US" sz="1600" dirty="0"/>
              <a:t> </a:t>
            </a:r>
            <a:r>
              <a:rPr lang="en-US" sz="1600" b="1" dirty="0"/>
              <a:t>Grids</a:t>
            </a:r>
            <a:r>
              <a:rPr lang="en-US" sz="1600" dirty="0"/>
              <a:t> protected by </a:t>
            </a:r>
            <a:r>
              <a:rPr lang="en-US" sz="1600" b="1" dirty="0"/>
              <a:t>data diodes</a:t>
            </a:r>
            <a:r>
              <a:rPr lang="en-US" sz="1600" dirty="0"/>
              <a:t>, traffic is mirrored into an isolated monitoring enclave in </a:t>
            </a:r>
            <a:r>
              <a:rPr lang="en-US" sz="1600" b="1" dirty="0"/>
              <a:t>one direction only</a:t>
            </a:r>
            <a:r>
              <a:rPr lang="en-US" sz="1600" dirty="0"/>
              <a:t>. IDS requires sending probes, complete handshakes, push mitigation commands Therefore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Blind to offline zero-days &amp; Encrypted TLS C2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Such </a:t>
            </a:r>
            <a:r>
              <a:rPr lang="en-US" sz="1600" dirty="0" err="1"/>
              <a:t>Airgapped</a:t>
            </a:r>
            <a:r>
              <a:rPr lang="en-US" sz="1600" dirty="0"/>
              <a:t> environments make Static signature database based mechanism obsolete.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FC8F9E-7C92-868E-8D25-7DC78A2C4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2581"/>
            <a:ext cx="6134207" cy="3315419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146CF81-13E6-44B1-1373-53F21AABC94C}"/>
              </a:ext>
            </a:extLst>
          </p:cNvPr>
          <p:cNvSpPr txBox="1">
            <a:spLocks/>
          </p:cNvSpPr>
          <p:nvPr/>
        </p:nvSpPr>
        <p:spPr bwMode="auto">
          <a:xfrm>
            <a:off x="478668" y="716503"/>
            <a:ext cx="4700057" cy="6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2800" b="1" dirty="0"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The Problem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6577D4-301E-C3F2-984B-D212FEAD7B08}"/>
              </a:ext>
            </a:extLst>
          </p:cNvPr>
          <p:cNvSpPr txBox="1"/>
          <p:nvPr/>
        </p:nvSpPr>
        <p:spPr>
          <a:xfrm>
            <a:off x="6895381" y="1198876"/>
            <a:ext cx="5005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Stateless Parallel-Triage Engine : A passive </a:t>
            </a:r>
            <a:r>
              <a:rPr lang="en-US" sz="1600" dirty="0" err="1"/>
              <a:t>behavioural</a:t>
            </a:r>
            <a:r>
              <a:rPr lang="en-US" sz="1600" dirty="0"/>
              <a:t>-intelligence engine that continuously learns the normal communication fingerprint of the network traffic and detects when that </a:t>
            </a:r>
            <a:r>
              <a:rPr lang="en-US" sz="1600" dirty="0" err="1"/>
              <a:t>behaviour</a:t>
            </a:r>
            <a:r>
              <a:rPr lang="en-US" sz="1600" dirty="0"/>
              <a:t> deviates or evolves toward a threat.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48E880A-3FF5-0E14-0AC6-F8400B9AE40B}"/>
              </a:ext>
            </a:extLst>
          </p:cNvPr>
          <p:cNvSpPr txBox="1">
            <a:spLocks/>
          </p:cNvSpPr>
          <p:nvPr/>
        </p:nvSpPr>
        <p:spPr bwMode="auto">
          <a:xfrm>
            <a:off x="7091109" y="2545688"/>
            <a:ext cx="4700057" cy="6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2800" b="1" dirty="0"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Target Attack Vectors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0FD8EC-E2A3-9754-396A-D1F76F4BC187}"/>
              </a:ext>
            </a:extLst>
          </p:cNvPr>
          <p:cNvSpPr txBox="1"/>
          <p:nvPr/>
        </p:nvSpPr>
        <p:spPr>
          <a:xfrm>
            <a:off x="6895381" y="3054864"/>
            <a:ext cx="500505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Supply Chain Compromise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Encrypted Traffic Threat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Offline Air-Gap Bypass Vectors : Physical Malware Implants . e.g. Stuxnet </a:t>
            </a:r>
            <a:r>
              <a:rPr lang="en-US" sz="1600" dirty="0" err="1"/>
              <a:t>etc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C2 Beaconing , </a:t>
            </a:r>
            <a:r>
              <a:rPr lang="en-US" sz="1600" dirty="0" err="1"/>
              <a:t>DDos</a:t>
            </a:r>
            <a:r>
              <a:rPr lang="en-US" sz="1600" dirty="0"/>
              <a:t>, Reconnaissance, Data Exfiltration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6A51861-C14D-7D56-B73D-3C36E0013628}"/>
              </a:ext>
            </a:extLst>
          </p:cNvPr>
          <p:cNvSpPr txBox="1">
            <a:spLocks/>
          </p:cNvSpPr>
          <p:nvPr/>
        </p:nvSpPr>
        <p:spPr bwMode="auto">
          <a:xfrm>
            <a:off x="7125212" y="4295854"/>
            <a:ext cx="4700057" cy="6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2800" b="1" dirty="0"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Core Novelties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EF334-A05D-A43A-D20F-6975BE006101}"/>
              </a:ext>
            </a:extLst>
          </p:cNvPr>
          <p:cNvSpPr txBox="1"/>
          <p:nvPr/>
        </p:nvSpPr>
        <p:spPr>
          <a:xfrm>
            <a:off x="6895380" y="4823024"/>
            <a:ext cx="50050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Parallel Multidomain </a:t>
            </a:r>
            <a:r>
              <a:rPr lang="en-US" sz="1400" b="1" dirty="0" err="1"/>
              <a:t>Behavioural</a:t>
            </a:r>
            <a:r>
              <a:rPr lang="en-US" sz="1400" b="1" dirty="0"/>
              <a:t> Fingerprinting </a:t>
            </a:r>
            <a:r>
              <a:rPr lang="en-US" sz="1400" dirty="0"/>
              <a:t>:</a:t>
            </a:r>
          </a:p>
          <a:p>
            <a:r>
              <a:rPr lang="en-US" sz="1400" dirty="0"/>
              <a:t>Combines 4 concurrent analytical engines. Statistical + Geometric + Temporal + Topological. </a:t>
            </a:r>
            <a:r>
              <a:rPr lang="en-US" sz="1400" dirty="0" err="1"/>
              <a:t>i.e</a:t>
            </a:r>
            <a:r>
              <a:rPr lang="en-US" sz="1400" dirty="0"/>
              <a:t> combines </a:t>
            </a:r>
            <a:r>
              <a:rPr lang="en-US" sz="1400" i="1" dirty="0"/>
              <a:t>statistics + time + topology +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Trajectory Intelligence : Predicts what the attack is becoming </a:t>
            </a:r>
            <a:endParaRPr lang="en-US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Zero-Day Resilience : Fully unsupervised system requiring no pre-existing signature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TCN based C2 Detection : Flags covert algorithmic beacons hiding behind jitter</a:t>
            </a:r>
            <a:endParaRPr lang="en-US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6885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6512" y="78172"/>
            <a:ext cx="28044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EigenThinkers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896" y="17887"/>
            <a:ext cx="1942781" cy="917345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D45E3F2-3697-1B6A-4EB2-2946C11A2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7011602"/>
              </p:ext>
            </p:extLst>
          </p:nvPr>
        </p:nvGraphicFramePr>
        <p:xfrm>
          <a:off x="311385" y="1032581"/>
          <a:ext cx="6087807" cy="5009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 descr="The diagram illustrates a multi-layered cybersecurity system that includes a stateful engine for packet streaming, a statistical detector, isolation forest, causal temporal convolutional networks, Louvain graph for community detection, a weighted parallel score fusion for anomaly detection, a threat mapping module, a trajectory model for tracking, and a blockchain audit for verifying integrity.&#10;&#10;AI-generated content may be incorrect.">
            <a:extLst>
              <a:ext uri="{FF2B5EF4-FFF2-40B4-BE49-F238E27FC236}">
                <a16:creationId xmlns:a16="http://schemas.microsoft.com/office/drawing/2014/main" id="{4467E933-3C3B-4808-77BB-B7137279ED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6257" y="885506"/>
            <a:ext cx="5967420" cy="5599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34838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3517" y="149622"/>
            <a:ext cx="254569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EigenThinkers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D24CE1-E4EA-61A3-B4AE-BC7595EB5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037" y="1294476"/>
            <a:ext cx="4101925" cy="36202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545DF18-A674-1651-5B93-F96221892FF9}"/>
              </a:ext>
            </a:extLst>
          </p:cNvPr>
          <p:cNvSpPr txBox="1">
            <a:spLocks/>
          </p:cNvSpPr>
          <p:nvPr/>
        </p:nvSpPr>
        <p:spPr bwMode="auto">
          <a:xfrm>
            <a:off x="-572277" y="873400"/>
            <a:ext cx="4700057" cy="6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2800" b="1" dirty="0"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Prototype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511737-5C2A-D90F-C42A-F2DCB64C3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79905"/>
            <a:ext cx="3168770" cy="53204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19BA2E-A0D3-6F0D-6157-CFC12CD17ECE}"/>
              </a:ext>
            </a:extLst>
          </p:cNvPr>
          <p:cNvSpPr txBox="1"/>
          <p:nvPr/>
        </p:nvSpPr>
        <p:spPr>
          <a:xfrm>
            <a:off x="1762811" y="1608886"/>
            <a:ext cx="12956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Implementation</a:t>
            </a:r>
          </a:p>
          <a:p>
            <a:r>
              <a:rPr lang="en-US" sz="1200" b="1" dirty="0" err="1"/>
              <a:t>Scapy</a:t>
            </a:r>
            <a:r>
              <a:rPr lang="en-US" sz="1200" b="1" dirty="0"/>
              <a:t>/Flow extraction ,NumPy/Pandas ,</a:t>
            </a:r>
            <a:r>
              <a:rPr lang="en-US" sz="1200" b="1" dirty="0" err="1"/>
              <a:t>PyTorch</a:t>
            </a:r>
            <a:r>
              <a:rPr lang="en-US" sz="1200" b="1" dirty="0"/>
              <a:t>, </a:t>
            </a:r>
            <a:r>
              <a:rPr lang="en-US" sz="1200" b="1" dirty="0" err="1"/>
              <a:t>NetworkX</a:t>
            </a:r>
            <a:r>
              <a:rPr lang="en-US" sz="1200" b="1" dirty="0"/>
              <a:t> , </a:t>
            </a:r>
            <a:r>
              <a:rPr lang="en-US" sz="1200" b="1" dirty="0" err="1"/>
              <a:t>FastAPI</a:t>
            </a:r>
            <a:r>
              <a:rPr lang="en-US" sz="1200" b="1" dirty="0"/>
              <a:t>, React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58054C-1B2E-813D-27F3-DE982023E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3475" y="1249970"/>
            <a:ext cx="5006600" cy="3571334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5492A8B-DB1C-1E69-479C-553A5852FF29}"/>
              </a:ext>
            </a:extLst>
          </p:cNvPr>
          <p:cNvSpPr txBox="1">
            <a:spLocks/>
          </p:cNvSpPr>
          <p:nvPr/>
        </p:nvSpPr>
        <p:spPr bwMode="auto">
          <a:xfrm>
            <a:off x="4687627" y="809886"/>
            <a:ext cx="5047255" cy="6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2800" b="1" dirty="0"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VALIDATION ( ATTACK SIMULATION 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AA8EAC-0BCA-DBCB-70B3-5E0D3DD3AF3C}"/>
              </a:ext>
            </a:extLst>
          </p:cNvPr>
          <p:cNvSpPr txBox="1"/>
          <p:nvPr/>
        </p:nvSpPr>
        <p:spPr>
          <a:xfrm>
            <a:off x="5147094" y="59119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87BD11A5-7369-F52F-E949-7474D2AD7C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054156"/>
                  </p:ext>
                </p:extLst>
              </p:nvPr>
            </p:nvGraphicFramePr>
            <p:xfrm>
              <a:off x="3220528" y="5271540"/>
              <a:ext cx="8925464" cy="15849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31366">
                      <a:extLst>
                        <a:ext uri="{9D8B030D-6E8A-4147-A177-3AD203B41FA5}">
                          <a16:colId xmlns:a16="http://schemas.microsoft.com/office/drawing/2014/main" val="2260279898"/>
                        </a:ext>
                      </a:extLst>
                    </a:gridCol>
                    <a:gridCol w="2231366">
                      <a:extLst>
                        <a:ext uri="{9D8B030D-6E8A-4147-A177-3AD203B41FA5}">
                          <a16:colId xmlns:a16="http://schemas.microsoft.com/office/drawing/2014/main" val="2946529139"/>
                        </a:ext>
                      </a:extLst>
                    </a:gridCol>
                    <a:gridCol w="2231366">
                      <a:extLst>
                        <a:ext uri="{9D8B030D-6E8A-4147-A177-3AD203B41FA5}">
                          <a16:colId xmlns:a16="http://schemas.microsoft.com/office/drawing/2014/main" val="3648990852"/>
                        </a:ext>
                      </a:extLst>
                    </a:gridCol>
                    <a:gridCol w="2231366">
                      <a:extLst>
                        <a:ext uri="{9D8B030D-6E8A-4147-A177-3AD203B41FA5}">
                          <a16:colId xmlns:a16="http://schemas.microsoft.com/office/drawing/2014/main" val="6274571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Risk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Impact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Mitigation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PBFT Edge Optimization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3349164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High Throughput Overflow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Packet loss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C-accelerated ring-buffers &amp; multi-threading.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Low-latency consensus prevents logging bottlenecks.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1391203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C2 Micro-Jitter</a:t>
                          </a:r>
                          <a:endParaRPr lang="en-US" sz="12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Evades variance thresholds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1D-TCN isolates patterns below noise floor.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Fast finality without the CPU/energy drain of PoW.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6338744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Data Burst False Positives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Alert noise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Multi-domain consensus fusion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200" i="0"/>
                                    <m:t>anom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).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Lightweight validation minimizes edge resource use.</a:t>
                          </a:r>
                          <a:endParaRPr lang="en-US" sz="12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0344610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87BD11A5-7369-F52F-E949-7474D2AD7C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054156"/>
                  </p:ext>
                </p:extLst>
              </p:nvPr>
            </p:nvGraphicFramePr>
            <p:xfrm>
              <a:off x="3220528" y="5271540"/>
              <a:ext cx="8925464" cy="15849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31366">
                      <a:extLst>
                        <a:ext uri="{9D8B030D-6E8A-4147-A177-3AD203B41FA5}">
                          <a16:colId xmlns:a16="http://schemas.microsoft.com/office/drawing/2014/main" val="2260279898"/>
                        </a:ext>
                      </a:extLst>
                    </a:gridCol>
                    <a:gridCol w="2231366">
                      <a:extLst>
                        <a:ext uri="{9D8B030D-6E8A-4147-A177-3AD203B41FA5}">
                          <a16:colId xmlns:a16="http://schemas.microsoft.com/office/drawing/2014/main" val="2946529139"/>
                        </a:ext>
                      </a:extLst>
                    </a:gridCol>
                    <a:gridCol w="2231366">
                      <a:extLst>
                        <a:ext uri="{9D8B030D-6E8A-4147-A177-3AD203B41FA5}">
                          <a16:colId xmlns:a16="http://schemas.microsoft.com/office/drawing/2014/main" val="3648990852"/>
                        </a:ext>
                      </a:extLst>
                    </a:gridCol>
                    <a:gridCol w="2231366">
                      <a:extLst>
                        <a:ext uri="{9D8B030D-6E8A-4147-A177-3AD203B41FA5}">
                          <a16:colId xmlns:a16="http://schemas.microsoft.com/office/drawing/2014/main" val="62745710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Risk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Impact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Mitigation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PBFT Edge Optimization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334916496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High Throughput Overflow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Packet loss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C-accelerated ring-buffers &amp; multi-threading.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Low-latency consensus prevents logging bottlenecks.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139120316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C2 Micro-Jitter</a:t>
                          </a:r>
                          <a:endParaRPr lang="en-US" sz="12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Evades variance thresholds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1D-TCN isolates patterns below noise floor.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Fast finality without the CPU/energy drain of PoW.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633874467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Data Burst False Positives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>
                              <a:effectLst/>
                            </a:rPr>
                            <a:t>Alert noise</a:t>
                          </a:r>
                          <a:endParaRPr lang="en-US" sz="12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50" marR="57150" marT="38100" marB="38100" anchor="ctr">
                        <a:blipFill>
                          <a:blip r:embed="rId7"/>
                          <a:stretch>
                            <a:fillRect l="-200546" t="-258904" r="-100546" b="-12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200" dirty="0">
                              <a:effectLst/>
                            </a:rPr>
                            <a:t>Lightweight validation minimizes edge resource use.</a:t>
                          </a:r>
                          <a:endParaRPr lang="en-US" sz="12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57150" marR="571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0344610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itle 1">
            <a:extLst>
              <a:ext uri="{FF2B5EF4-FFF2-40B4-BE49-F238E27FC236}">
                <a16:creationId xmlns:a16="http://schemas.microsoft.com/office/drawing/2014/main" id="{B6575443-A61B-118C-FE1C-F57B7A569E64}"/>
              </a:ext>
            </a:extLst>
          </p:cNvPr>
          <p:cNvSpPr txBox="1">
            <a:spLocks/>
          </p:cNvSpPr>
          <p:nvPr/>
        </p:nvSpPr>
        <p:spPr bwMode="auto">
          <a:xfrm>
            <a:off x="4495899" y="4650189"/>
            <a:ext cx="5982320" cy="66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2400" b="1" dirty="0"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Challenges, Risks and Mitigations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4888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EigenThinker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6BE6A6-4FCD-1163-3CFE-57E007F996BC}"/>
              </a:ext>
            </a:extLst>
          </p:cNvPr>
          <p:cNvSpPr txBox="1"/>
          <p:nvPr/>
        </p:nvSpPr>
        <p:spPr>
          <a:xfrm>
            <a:off x="609600" y="1815607"/>
            <a:ext cx="4512521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                                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DEFENCE &amp; GOVERNMENT</a:t>
            </a:r>
            <a:br>
              <a:rPr lang="en-US" dirty="0"/>
            </a:br>
            <a:r>
              <a:rPr lang="en-US" b="1" dirty="0"/>
              <a:t>AIR-GAPPED COMPLIANCE </a:t>
            </a:r>
            <a:r>
              <a:rPr lang="en-US" dirty="0"/>
              <a:t>: Monitor isolated / </a:t>
            </a:r>
            <a:r>
              <a:rPr lang="en-US" b="1" dirty="0"/>
              <a:t>Critical Infrastructure</a:t>
            </a:r>
            <a:r>
              <a:rPr lang="en-US" dirty="0"/>
              <a:t> networks without weakening isolation or being invasive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SOC OPERATIONS</a:t>
            </a:r>
            <a:br>
              <a:rPr lang="en-US" dirty="0"/>
            </a:br>
            <a:r>
              <a:rPr lang="en-US" dirty="0"/>
              <a:t>Receive alerts with </a:t>
            </a:r>
            <a:r>
              <a:rPr lang="en-US" b="1" dirty="0"/>
              <a:t>confidence + evidence + predicted progression</a:t>
            </a:r>
            <a:r>
              <a:rPr lang="en-US" dirty="0"/>
              <a:t>, rather than opaque attack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DIGITAL FORENSICS</a:t>
            </a:r>
            <a:br>
              <a:rPr lang="en-US" dirty="0"/>
            </a:br>
            <a:r>
              <a:rPr lang="en-US" dirty="0"/>
              <a:t>Evidence Logging into blockchain guarantees tamper-proof audit trails for forensic investigations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3085B-7A6F-ABFB-169D-D2770500484D}"/>
              </a:ext>
            </a:extLst>
          </p:cNvPr>
          <p:cNvSpPr txBox="1"/>
          <p:nvPr/>
        </p:nvSpPr>
        <p:spPr>
          <a:xfrm>
            <a:off x="3467940" y="785019"/>
            <a:ext cx="56531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Target Audience (NTRO / Defense ):</a:t>
            </a:r>
            <a:br>
              <a:rPr lang="en-US" sz="2400" b="1" dirty="0"/>
            </a:br>
            <a:endParaRPr lang="en-US" sz="24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CC86891-40D9-4CE7-181B-984E6CC58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97841"/>
              </p:ext>
            </p:extLst>
          </p:nvPr>
        </p:nvGraphicFramePr>
        <p:xfrm>
          <a:off x="5946473" y="2109241"/>
          <a:ext cx="6245526" cy="3839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2763">
                  <a:extLst>
                    <a:ext uri="{9D8B030D-6E8A-4147-A177-3AD203B41FA5}">
                      <a16:colId xmlns:a16="http://schemas.microsoft.com/office/drawing/2014/main" val="3910490295"/>
                    </a:ext>
                  </a:extLst>
                </a:gridCol>
                <a:gridCol w="3122763">
                  <a:extLst>
                    <a:ext uri="{9D8B030D-6E8A-4147-A177-3AD203B41FA5}">
                      <a16:colId xmlns:a16="http://schemas.microsoft.com/office/drawing/2014/main" val="3753365443"/>
                    </a:ext>
                  </a:extLst>
                </a:gridCol>
              </a:tblGrid>
              <a:tr h="30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UniAethel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280250"/>
                  </a:ext>
                </a:extLst>
              </a:tr>
              <a:tr h="30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 return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Passive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571689"/>
                  </a:ext>
                </a:extLst>
              </a:tr>
              <a:tr h="30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Cannot actively verify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Behavioural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046060"/>
                  </a:ext>
                </a:extLst>
              </a:tr>
              <a:tr h="30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Payload unavailable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Metadata-based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077468"/>
                  </a:ext>
                </a:extLst>
              </a:tr>
              <a:tr h="54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Trusted destination may be abused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Behaviour-change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170996"/>
                  </a:ext>
                </a:extLst>
              </a:tr>
              <a:tr h="54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Unknown attack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Open-set 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74177"/>
                  </a:ext>
                </a:extLst>
              </a:tr>
              <a:tr h="30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Single weak indicator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Evidence 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374567"/>
                  </a:ext>
                </a:extLst>
              </a:tr>
              <a:tr h="54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Only detects current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Attack-trajectory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297930"/>
                  </a:ext>
                </a:extLst>
              </a:tr>
              <a:tr h="54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Evidence can be altered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Tamper-evident provenance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6132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82CAC7F-D3C7-3DD1-6289-42D497370CC6}"/>
              </a:ext>
            </a:extLst>
          </p:cNvPr>
          <p:cNvSpPr txBox="1"/>
          <p:nvPr/>
        </p:nvSpPr>
        <p:spPr>
          <a:xfrm>
            <a:off x="1325591" y="1630855"/>
            <a:ext cx="56531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PRACTICAL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7D6BDC-F483-4720-981D-341C4B0C35A5}"/>
              </a:ext>
            </a:extLst>
          </p:cNvPr>
          <p:cNvSpPr txBox="1"/>
          <p:nvPr/>
        </p:nvSpPr>
        <p:spPr>
          <a:xfrm>
            <a:off x="8865078" y="1501588"/>
            <a:ext cx="1739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7005" y="1123890"/>
            <a:ext cx="534917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/>
              <a:t>Inspired by Previous Research Manuscript | 2024-2026</a:t>
            </a:r>
          </a:p>
          <a:p>
            <a:r>
              <a:rPr lang="en-US" b="1" dirty="0"/>
              <a:t>“A Novel Blockchain Based Energy Anti-Theft System Advanced with Machine Learning Algorithm for Real-Time Anomaly Detection” 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49801"/>
            <a:ext cx="21948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EigenThinkers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CF33DF-9D64-333E-B8FD-379A0C0E99BF}"/>
              </a:ext>
            </a:extLst>
          </p:cNvPr>
          <p:cNvSpPr txBox="1"/>
          <p:nvPr/>
        </p:nvSpPr>
        <p:spPr>
          <a:xfrm>
            <a:off x="270295" y="3460729"/>
            <a:ext cx="48883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EXTERNAL VALIDATION &amp; RECOGNITION</a:t>
            </a:r>
          </a:p>
          <a:p>
            <a:pPr>
              <a:buNone/>
            </a:pPr>
            <a:r>
              <a:rPr lang="en-US" b="1" dirty="0"/>
              <a:t>IRIS 2024</a:t>
            </a:r>
            <a:br>
              <a:rPr lang="en-US" dirty="0"/>
            </a:br>
            <a:r>
              <a:rPr lang="en-US" dirty="0"/>
              <a:t>Research verification / recognition</a:t>
            </a:r>
          </a:p>
          <a:p>
            <a:pPr>
              <a:buNone/>
            </a:pPr>
            <a:r>
              <a:rPr lang="en-US" b="1" dirty="0"/>
              <a:t>FITT · IIT Delhi - 2025</a:t>
            </a:r>
            <a:br>
              <a:rPr lang="en-US" dirty="0"/>
            </a:br>
            <a:r>
              <a:rPr lang="en-US" dirty="0"/>
              <a:t>External research/innovation validation</a:t>
            </a:r>
          </a:p>
          <a:p>
            <a:pPr>
              <a:buNone/>
            </a:pPr>
            <a:r>
              <a:rPr lang="en-US" b="1" dirty="0"/>
              <a:t>Samsung R&amp;D - 2025</a:t>
            </a:r>
            <a:br>
              <a:rPr lang="en-US" dirty="0"/>
            </a:br>
            <a:r>
              <a:rPr lang="en-US" dirty="0"/>
              <a:t>Technical evaluation / engagement</a:t>
            </a:r>
          </a:p>
          <a:p>
            <a:pPr>
              <a:buNone/>
            </a:pPr>
            <a:r>
              <a:rPr lang="en-US" b="1" dirty="0"/>
              <a:t>Samsung Solve for Tomorrow 2025</a:t>
            </a:r>
            <a:br>
              <a:rPr lang="en-US" dirty="0"/>
            </a:br>
            <a:r>
              <a:rPr lang="en-US" b="1" dirty="0"/>
              <a:t>Top 20 Grand Finale Finalist</a:t>
            </a:r>
            <a:br>
              <a:rPr lang="en-US" dirty="0"/>
            </a:br>
            <a:r>
              <a:rPr lang="en-US" b="1" dirty="0"/>
              <a:t>₹1 lakh development grant</a:t>
            </a:r>
            <a:endParaRPr lang="en-US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87A65024-74A4-854E-5B18-A318F06246E0}"/>
              </a:ext>
            </a:extLst>
          </p:cNvPr>
          <p:cNvSpPr/>
          <p:nvPr/>
        </p:nvSpPr>
        <p:spPr>
          <a:xfrm>
            <a:off x="2031782" y="2450592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5ED0D4-1257-2DD9-8015-64A0B9C78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181" y="976567"/>
            <a:ext cx="6423005" cy="3584933"/>
          </a:xfrm>
          <a:prstGeom prst="rect">
            <a:avLst/>
          </a:prstGeom>
        </p:spPr>
      </p:pic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7813050D-CFD7-11E5-2726-915901B204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7808214"/>
              </p:ext>
            </p:extLst>
          </p:nvPr>
        </p:nvGraphicFramePr>
        <p:xfrm>
          <a:off x="3839131" y="2354617"/>
          <a:ext cx="1578258" cy="978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5" name="TextBox 8">
            <a:extLst>
              <a:ext uri="{FF2B5EF4-FFF2-40B4-BE49-F238E27FC236}">
                <a16:creationId xmlns:a16="http://schemas.microsoft.com/office/drawing/2014/main" id="{6DC5AFEE-D714-2F3F-57CC-19BCCD5A1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181" y="4590015"/>
            <a:ext cx="53491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REFERENCES: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4D28B881-9DC9-6DEC-0DA4-5796938A6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181" y="4941477"/>
            <a:ext cx="64230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https://github.com/SAMEER-MLPROJECT/PREVIEW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7909</TotalTime>
  <Words>620</Words>
  <Application>Microsoft Office PowerPoint</Application>
  <PresentationFormat>Widescreen</PresentationFormat>
  <Paragraphs>117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Arial</vt:lpstr>
      <vt:lpstr>Browallia New</vt:lpstr>
      <vt:lpstr>Calibri</vt:lpstr>
      <vt:lpstr>Cambria Math</vt:lpstr>
      <vt:lpstr>Garamond</vt:lpstr>
      <vt:lpstr>Google Sans Text</vt:lpstr>
      <vt:lpstr>Samsung Sharp Sans Bold</vt:lpstr>
      <vt:lpstr>Times New Roman</vt:lpstr>
      <vt:lpstr>TradeGothic</vt:lpstr>
      <vt:lpstr>Wingdings</vt:lpstr>
      <vt:lpstr>Office Theme</vt:lpstr>
      <vt:lpstr>SMART INDIA HACKATHON 2026</vt:lpstr>
      <vt:lpstr>UniAethel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 S</cp:lastModifiedBy>
  <cp:revision>375</cp:revision>
  <dcterms:created xsi:type="dcterms:W3CDTF">2013-12-12T18:46:50Z</dcterms:created>
  <dcterms:modified xsi:type="dcterms:W3CDTF">2026-10-01T20:57:43Z</dcterms:modified>
  <cp:category/>
</cp:coreProperties>
</file>